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4"/>
    <p:sldMasterId id="2147483683" r:id="rId5"/>
    <p:sldMasterId id="2147483716" r:id="rId6"/>
  </p:sldMasterIdLst>
  <p:notesMasterIdLst>
    <p:notesMasterId r:id="rId29"/>
  </p:notesMasterIdLst>
  <p:sldIdLst>
    <p:sldId id="418" r:id="rId7"/>
    <p:sldId id="266" r:id="rId8"/>
    <p:sldId id="2147483046" r:id="rId9"/>
    <p:sldId id="2147483045" r:id="rId10"/>
    <p:sldId id="2147483048" r:id="rId11"/>
    <p:sldId id="2147483029" r:id="rId12"/>
    <p:sldId id="2147483040" r:id="rId13"/>
    <p:sldId id="2147483043" r:id="rId14"/>
    <p:sldId id="2147483030" r:id="rId15"/>
    <p:sldId id="2147483035" r:id="rId16"/>
    <p:sldId id="2147483036" r:id="rId17"/>
    <p:sldId id="2147483037" r:id="rId18"/>
    <p:sldId id="2147483041" r:id="rId19"/>
    <p:sldId id="2147483047" r:id="rId20"/>
    <p:sldId id="442" r:id="rId21"/>
    <p:sldId id="2147472878" r:id="rId22"/>
    <p:sldId id="2147482947" r:id="rId23"/>
    <p:sldId id="426" r:id="rId24"/>
    <p:sldId id="428" r:id="rId25"/>
    <p:sldId id="2147483039" r:id="rId26"/>
    <p:sldId id="2147483031" r:id="rId27"/>
    <p:sldId id="25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E8EB1-B94A-0667-75C1-AF0AD08E985D}" name="Lance Nurick" initials="LN" userId="S::q5s@sydneywater.com.au::cf596a3a-f6e4-462b-a65a-4c63f003e12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FF7"/>
    <a:srgbClr val="D2DEEF"/>
    <a:srgbClr val="5B9BD5"/>
    <a:srgbClr val="000000"/>
    <a:srgbClr val="5324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80390B-7826-4E30-8A03-B0C3E2D5384E}" v="1008" dt="2025-03-30T14:08:59.7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7" d="100"/>
          <a:sy n="67" d="100"/>
        </p:scale>
        <p:origin x="1083" y="20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Yerrapathni" userId="3863b97b-0242-4a9f-a0da-9c50892cb441" providerId="ADAL" clId="{3C80390B-7826-4E30-8A03-B0C3E2D5384E}"/>
    <pc:docChg chg="undo redo custSel addSld delSld modSld sldOrd delMainMaster">
      <pc:chgData name="Kumar Yerrapathni" userId="3863b97b-0242-4a9f-a0da-9c50892cb441" providerId="ADAL" clId="{3C80390B-7826-4E30-8A03-B0C3E2D5384E}" dt="2025-03-30T22:29:02.397" v="12350" actId="20577"/>
      <pc:docMkLst>
        <pc:docMk/>
      </pc:docMkLst>
      <pc:sldChg chg="add del ord modTransition">
        <pc:chgData name="Kumar Yerrapathni" userId="3863b97b-0242-4a9f-a0da-9c50892cb441" providerId="ADAL" clId="{3C80390B-7826-4E30-8A03-B0C3E2D5384E}" dt="2025-03-27T05:42:08.563" v="8751" actId="47"/>
        <pc:sldMkLst>
          <pc:docMk/>
          <pc:sldMk cId="4244751443" sldId="256"/>
        </pc:sldMkLst>
      </pc:sldChg>
      <pc:sldChg chg="modSp add del mod ord modTransition">
        <pc:chgData name="Kumar Yerrapathni" userId="3863b97b-0242-4a9f-a0da-9c50892cb441" providerId="ADAL" clId="{3C80390B-7826-4E30-8A03-B0C3E2D5384E}" dt="2025-03-27T02:10:14.692" v="8471"/>
        <pc:sldMkLst>
          <pc:docMk/>
          <pc:sldMk cId="1632071622" sldId="258"/>
        </pc:sldMkLst>
        <pc:spChg chg="mod">
          <ac:chgData name="Kumar Yerrapathni" userId="3863b97b-0242-4a9f-a0da-9c50892cb441" providerId="ADAL" clId="{3C80390B-7826-4E30-8A03-B0C3E2D5384E}" dt="2025-03-17T23:19:19.479" v="2595" actId="20577"/>
          <ac:spMkLst>
            <pc:docMk/>
            <pc:sldMk cId="1632071622" sldId="258"/>
            <ac:spMk id="2" creationId="{248324C7-15BB-BEF7-E22C-B6D0F78B0957}"/>
          </ac:spMkLst>
        </pc:spChg>
        <pc:graphicFrameChg chg="modGraphic">
          <ac:chgData name="Kumar Yerrapathni" userId="3863b97b-0242-4a9f-a0da-9c50892cb441" providerId="ADAL" clId="{3C80390B-7826-4E30-8A03-B0C3E2D5384E}" dt="2025-03-25T14:41:55.754" v="4298" actId="14734"/>
          <ac:graphicFrameMkLst>
            <pc:docMk/>
            <pc:sldMk cId="1632071622" sldId="258"/>
            <ac:graphicFrameMk id="240" creationId="{33BF9FCE-FC9F-EFA6-F539-B660C71C09EE}"/>
          </ac:graphicFrameMkLst>
        </pc:graphicFrameChg>
      </pc:sldChg>
      <pc:sldChg chg="add del ord modTransition">
        <pc:chgData name="Kumar Yerrapathni" userId="3863b97b-0242-4a9f-a0da-9c50892cb441" providerId="ADAL" clId="{3C80390B-7826-4E30-8A03-B0C3E2D5384E}" dt="2025-03-27T05:41:41.877" v="8749" actId="47"/>
        <pc:sldMkLst>
          <pc:docMk/>
          <pc:sldMk cId="4003141763" sldId="259"/>
        </pc:sldMkLst>
      </pc:sldChg>
      <pc:sldChg chg="delSp modSp add del mod ord modTransition">
        <pc:chgData name="Kumar Yerrapathni" userId="3863b97b-0242-4a9f-a0da-9c50892cb441" providerId="ADAL" clId="{3C80390B-7826-4E30-8A03-B0C3E2D5384E}" dt="2025-03-26T11:52:37.121" v="8027" actId="47"/>
        <pc:sldMkLst>
          <pc:docMk/>
          <pc:sldMk cId="2511818940" sldId="260"/>
        </pc:sldMkLst>
        <pc:spChg chg="mod">
          <ac:chgData name="Kumar Yerrapathni" userId="3863b97b-0242-4a9f-a0da-9c50892cb441" providerId="ADAL" clId="{3C80390B-7826-4E30-8A03-B0C3E2D5384E}" dt="2025-03-17T06:14:48.878" v="2491" actId="1035"/>
          <ac:spMkLst>
            <pc:docMk/>
            <pc:sldMk cId="2511818940" sldId="260"/>
            <ac:spMk id="344" creationId="{63FD2E10-EB5D-8DE5-4B80-1D7451B3C597}"/>
          </ac:spMkLst>
        </pc:spChg>
        <pc:cxnChg chg="del mod">
          <ac:chgData name="Kumar Yerrapathni" userId="3863b97b-0242-4a9f-a0da-9c50892cb441" providerId="ADAL" clId="{3C80390B-7826-4E30-8A03-B0C3E2D5384E}" dt="2025-03-17T06:14:31.701" v="2475" actId="478"/>
          <ac:cxnSpMkLst>
            <pc:docMk/>
            <pc:sldMk cId="2511818940" sldId="260"/>
            <ac:cxnSpMk id="335" creationId="{A468FDA8-9A49-C261-3321-B12588F0AECA}"/>
          </ac:cxnSpMkLst>
        </pc:cxnChg>
      </pc:sldChg>
      <pc:sldChg chg="add del modTransition">
        <pc:chgData name="Kumar Yerrapathni" userId="3863b97b-0242-4a9f-a0da-9c50892cb441" providerId="ADAL" clId="{3C80390B-7826-4E30-8A03-B0C3E2D5384E}" dt="2025-03-26T11:50:18.693" v="8015" actId="47"/>
        <pc:sldMkLst>
          <pc:docMk/>
          <pc:sldMk cId="848754905" sldId="265"/>
        </pc:sldMkLst>
      </pc:sldChg>
      <pc:sldChg chg="modSp mod">
        <pc:chgData name="Kumar Yerrapathni" userId="3863b97b-0242-4a9f-a0da-9c50892cb441" providerId="ADAL" clId="{3C80390B-7826-4E30-8A03-B0C3E2D5384E}" dt="2025-03-30T13:48:30.613" v="12063" actId="20577"/>
        <pc:sldMkLst>
          <pc:docMk/>
          <pc:sldMk cId="1692672571" sldId="266"/>
        </pc:sldMkLst>
        <pc:spChg chg="mod">
          <ac:chgData name="Kumar Yerrapathni" userId="3863b97b-0242-4a9f-a0da-9c50892cb441" providerId="ADAL" clId="{3C80390B-7826-4E30-8A03-B0C3E2D5384E}" dt="2025-03-16T22:45:15.329" v="1967" actId="255"/>
          <ac:spMkLst>
            <pc:docMk/>
            <pc:sldMk cId="1692672571" sldId="266"/>
            <ac:spMk id="2" creationId="{320D3B11-37C8-4823-8A9D-3E0BEE51CDB3}"/>
          </ac:spMkLst>
        </pc:spChg>
        <pc:spChg chg="mod">
          <ac:chgData name="Kumar Yerrapathni" userId="3863b97b-0242-4a9f-a0da-9c50892cb441" providerId="ADAL" clId="{3C80390B-7826-4E30-8A03-B0C3E2D5384E}" dt="2025-03-30T13:48:30.613" v="12063" actId="20577"/>
          <ac:spMkLst>
            <pc:docMk/>
            <pc:sldMk cId="1692672571" sldId="266"/>
            <ac:spMk id="3" creationId="{B1804666-B831-4880-81FB-E6BFF124660C}"/>
          </ac:spMkLst>
        </pc:spChg>
      </pc:sldChg>
      <pc:sldChg chg="modSp add del mod">
        <pc:chgData name="Kumar Yerrapathni" userId="3863b97b-0242-4a9f-a0da-9c50892cb441" providerId="ADAL" clId="{3C80390B-7826-4E30-8A03-B0C3E2D5384E}" dt="2025-03-24T23:53:59.479" v="2724" actId="47"/>
        <pc:sldMkLst>
          <pc:docMk/>
          <pc:sldMk cId="190079757" sldId="268"/>
        </pc:sldMkLst>
        <pc:spChg chg="mod">
          <ac:chgData name="Kumar Yerrapathni" userId="3863b97b-0242-4a9f-a0da-9c50892cb441" providerId="ADAL" clId="{3C80390B-7826-4E30-8A03-B0C3E2D5384E}" dt="2025-03-24T23:22:54.847" v="2615" actId="108"/>
          <ac:spMkLst>
            <pc:docMk/>
            <pc:sldMk cId="190079757" sldId="268"/>
            <ac:spMk id="126" creationId="{D69F5C1A-C675-AFB1-802D-FB8FE734B88A}"/>
          </ac:spMkLst>
        </pc:spChg>
      </pc:sldChg>
      <pc:sldChg chg="modSp add del">
        <pc:chgData name="Kumar Yerrapathni" userId="3863b97b-0242-4a9f-a0da-9c50892cb441" providerId="ADAL" clId="{3C80390B-7826-4E30-8A03-B0C3E2D5384E}" dt="2025-03-24T23:48:01.307" v="2702" actId="47"/>
        <pc:sldMkLst>
          <pc:docMk/>
          <pc:sldMk cId="3228128530" sldId="272"/>
        </pc:sldMkLst>
        <pc:graphicFrameChg chg="mod">
          <ac:chgData name="Kumar Yerrapathni" userId="3863b97b-0242-4a9f-a0da-9c50892cb441" providerId="ADAL" clId="{3C80390B-7826-4E30-8A03-B0C3E2D5384E}" dt="2025-03-24T23:35:51.646" v="2624"/>
          <ac:graphicFrameMkLst>
            <pc:docMk/>
            <pc:sldMk cId="3228128530" sldId="272"/>
            <ac:graphicFrameMk id="3" creationId="{CE0DE42D-20A8-A397-E48D-5C1DCFDC7E91}"/>
          </ac:graphicFrameMkLst>
        </pc:graphicFrameChg>
      </pc:sldChg>
      <pc:sldChg chg="modSp add del ord">
        <pc:chgData name="Kumar Yerrapathni" userId="3863b97b-0242-4a9f-a0da-9c50892cb441" providerId="ADAL" clId="{3C80390B-7826-4E30-8A03-B0C3E2D5384E}" dt="2025-03-26T11:52:47.148" v="8029" actId="47"/>
        <pc:sldMkLst>
          <pc:docMk/>
          <pc:sldMk cId="3843266027" sldId="273"/>
        </pc:sldMkLst>
        <pc:graphicFrameChg chg="mod">
          <ac:chgData name="Kumar Yerrapathni" userId="3863b97b-0242-4a9f-a0da-9c50892cb441" providerId="ADAL" clId="{3C80390B-7826-4E30-8A03-B0C3E2D5384E}" dt="2025-03-25T04:55:06.512" v="2828"/>
          <ac:graphicFrameMkLst>
            <pc:docMk/>
            <pc:sldMk cId="3843266027" sldId="273"/>
            <ac:graphicFrameMk id="2" creationId="{EAE31F58-8B6F-195C-8E91-F7BD16731311}"/>
          </ac:graphicFrameMkLst>
        </pc:graphicFrameChg>
      </pc:sldChg>
      <pc:sldChg chg="modSp mod">
        <pc:chgData name="Kumar Yerrapathni" userId="3863b97b-0242-4a9f-a0da-9c50892cb441" providerId="ADAL" clId="{3C80390B-7826-4E30-8A03-B0C3E2D5384E}" dt="2025-03-27T02:57:57.766" v="8743" actId="20577"/>
        <pc:sldMkLst>
          <pc:docMk/>
          <pc:sldMk cId="2240861602" sldId="418"/>
        </pc:sldMkLst>
        <pc:spChg chg="mod">
          <ac:chgData name="Kumar Yerrapathni" userId="3863b97b-0242-4a9f-a0da-9c50892cb441" providerId="ADAL" clId="{3C80390B-7826-4E30-8A03-B0C3E2D5384E}" dt="2025-03-27T02:57:57.766" v="8743" actId="20577"/>
          <ac:spMkLst>
            <pc:docMk/>
            <pc:sldMk cId="2240861602" sldId="418"/>
            <ac:spMk id="3" creationId="{F9673002-F139-9240-BFAB-85FC0AD82AAF}"/>
          </ac:spMkLst>
        </pc:spChg>
        <pc:spChg chg="mod">
          <ac:chgData name="Kumar Yerrapathni" userId="3863b97b-0242-4a9f-a0da-9c50892cb441" providerId="ADAL" clId="{3C80390B-7826-4E30-8A03-B0C3E2D5384E}" dt="2025-03-09T21:03:20.337" v="26" actId="20577"/>
          <ac:spMkLst>
            <pc:docMk/>
            <pc:sldMk cId="2240861602" sldId="418"/>
            <ac:spMk id="7" creationId="{5F723266-AE3D-4AB3-84D0-5773C678EF57}"/>
          </ac:spMkLst>
        </pc:spChg>
      </pc:sldChg>
      <pc:sldChg chg="del">
        <pc:chgData name="Kumar Yerrapathni" userId="3863b97b-0242-4a9f-a0da-9c50892cb441" providerId="ADAL" clId="{3C80390B-7826-4E30-8A03-B0C3E2D5384E}" dt="2025-03-10T00:35:23.320" v="36" actId="47"/>
        <pc:sldMkLst>
          <pc:docMk/>
          <pc:sldMk cId="1491221851" sldId="424"/>
        </pc:sldMkLst>
      </pc:sldChg>
      <pc:sldChg chg="del">
        <pc:chgData name="Kumar Yerrapathni" userId="3863b97b-0242-4a9f-a0da-9c50892cb441" providerId="ADAL" clId="{3C80390B-7826-4E30-8A03-B0C3E2D5384E}" dt="2025-03-13T14:47:51.743" v="811" actId="47"/>
        <pc:sldMkLst>
          <pc:docMk/>
          <pc:sldMk cId="587779219" sldId="425"/>
        </pc:sldMkLst>
      </pc:sldChg>
      <pc:sldChg chg="modSp add del mod">
        <pc:chgData name="Kumar Yerrapathni" userId="3863b97b-0242-4a9f-a0da-9c50892cb441" providerId="ADAL" clId="{3C80390B-7826-4E30-8A03-B0C3E2D5384E}" dt="2025-03-30T13:22:20.749" v="11747" actId="20577"/>
        <pc:sldMkLst>
          <pc:docMk/>
          <pc:sldMk cId="3950290520" sldId="426"/>
        </pc:sldMkLst>
        <pc:spChg chg="mod">
          <ac:chgData name="Kumar Yerrapathni" userId="3863b97b-0242-4a9f-a0da-9c50892cb441" providerId="ADAL" clId="{3C80390B-7826-4E30-8A03-B0C3E2D5384E}" dt="2025-03-30T13:22:20.749" v="11747" actId="20577"/>
          <ac:spMkLst>
            <pc:docMk/>
            <pc:sldMk cId="3950290520" sldId="426"/>
            <ac:spMk id="2" creationId="{1313DC36-4B8C-FA2A-0A18-C5AB6F761F97}"/>
          </ac:spMkLst>
        </pc:spChg>
        <pc:spChg chg="mod">
          <ac:chgData name="Kumar Yerrapathni" userId="3863b97b-0242-4a9f-a0da-9c50892cb441" providerId="ADAL" clId="{3C80390B-7826-4E30-8A03-B0C3E2D5384E}" dt="2025-03-26T11:50:53.380" v="8017" actId="404"/>
          <ac:spMkLst>
            <pc:docMk/>
            <pc:sldMk cId="3950290520" sldId="426"/>
            <ac:spMk id="3" creationId="{76630D2F-FA8C-B7BF-F8EA-4656411D2AC1}"/>
          </ac:spMkLst>
        </pc:spChg>
        <pc:spChg chg="mod">
          <ac:chgData name="Kumar Yerrapathni" userId="3863b97b-0242-4a9f-a0da-9c50892cb441" providerId="ADAL" clId="{3C80390B-7826-4E30-8A03-B0C3E2D5384E}" dt="2025-03-25T22:51:23.433" v="6668" actId="404"/>
          <ac:spMkLst>
            <pc:docMk/>
            <pc:sldMk cId="3950290520" sldId="426"/>
            <ac:spMk id="10" creationId="{275204CF-CCE4-823D-519D-D82026A50A14}"/>
          </ac:spMkLst>
        </pc:spChg>
      </pc:sldChg>
      <pc:sldChg chg="modSp add del mod">
        <pc:chgData name="Kumar Yerrapathni" userId="3863b97b-0242-4a9f-a0da-9c50892cb441" providerId="ADAL" clId="{3C80390B-7826-4E30-8A03-B0C3E2D5384E}" dt="2025-03-25T22:51:04.450" v="6666" actId="404"/>
        <pc:sldMkLst>
          <pc:docMk/>
          <pc:sldMk cId="1792345826" sldId="428"/>
        </pc:sldMkLst>
        <pc:spChg chg="mod">
          <ac:chgData name="Kumar Yerrapathni" userId="3863b97b-0242-4a9f-a0da-9c50892cb441" providerId="ADAL" clId="{3C80390B-7826-4E30-8A03-B0C3E2D5384E}" dt="2025-03-25T22:50:23.360" v="6660" actId="255"/>
          <ac:spMkLst>
            <pc:docMk/>
            <pc:sldMk cId="1792345826" sldId="428"/>
            <ac:spMk id="2" creationId="{138C76FD-3FE9-56CF-EA3A-2A1576BA1697}"/>
          </ac:spMkLst>
        </pc:spChg>
        <pc:spChg chg="mod">
          <ac:chgData name="Kumar Yerrapathni" userId="3863b97b-0242-4a9f-a0da-9c50892cb441" providerId="ADAL" clId="{3C80390B-7826-4E30-8A03-B0C3E2D5384E}" dt="2025-03-25T22:51:04.450" v="6666" actId="404"/>
          <ac:spMkLst>
            <pc:docMk/>
            <pc:sldMk cId="1792345826" sldId="428"/>
            <ac:spMk id="3" creationId="{B9278F34-399F-2C01-AB80-6FF0BC5680B6}"/>
          </ac:spMkLst>
        </pc:spChg>
      </pc:sldChg>
      <pc:sldChg chg="del">
        <pc:chgData name="Kumar Yerrapathni" userId="3863b97b-0242-4a9f-a0da-9c50892cb441" providerId="ADAL" clId="{3C80390B-7826-4E30-8A03-B0C3E2D5384E}" dt="2025-03-10T00:38:04.112" v="42" actId="47"/>
        <pc:sldMkLst>
          <pc:docMk/>
          <pc:sldMk cId="2270694719" sldId="438"/>
        </pc:sldMkLst>
      </pc:sldChg>
      <pc:sldChg chg="del">
        <pc:chgData name="Kumar Yerrapathni" userId="3863b97b-0242-4a9f-a0da-9c50892cb441" providerId="ADAL" clId="{3C80390B-7826-4E30-8A03-B0C3E2D5384E}" dt="2025-03-10T00:38:15.467" v="44" actId="47"/>
        <pc:sldMkLst>
          <pc:docMk/>
          <pc:sldMk cId="133910070" sldId="441"/>
        </pc:sldMkLst>
      </pc:sldChg>
      <pc:sldChg chg="addSp delSp modSp mod">
        <pc:chgData name="Kumar Yerrapathni" userId="3863b97b-0242-4a9f-a0da-9c50892cb441" providerId="ADAL" clId="{3C80390B-7826-4E30-8A03-B0C3E2D5384E}" dt="2025-03-30T22:08:12.352" v="12337" actId="20577"/>
        <pc:sldMkLst>
          <pc:docMk/>
          <pc:sldMk cId="39836336" sldId="442"/>
        </pc:sldMkLst>
        <pc:spChg chg="mod">
          <ac:chgData name="Kumar Yerrapathni" userId="3863b97b-0242-4a9f-a0da-9c50892cb441" providerId="ADAL" clId="{3C80390B-7826-4E30-8A03-B0C3E2D5384E}" dt="2025-03-25T22:53:13.521" v="6748" actId="14100"/>
          <ac:spMkLst>
            <pc:docMk/>
            <pc:sldMk cId="39836336" sldId="442"/>
            <ac:spMk id="2" creationId="{0BF591A1-0880-A12A-695D-7FC36343C010}"/>
          </ac:spMkLst>
        </pc:spChg>
        <pc:spChg chg="add mod">
          <ac:chgData name="Kumar Yerrapathni" userId="3863b97b-0242-4a9f-a0da-9c50892cb441" providerId="ADAL" clId="{3C80390B-7826-4E30-8A03-B0C3E2D5384E}" dt="2025-03-30T22:08:12.352" v="12337" actId="20577"/>
          <ac:spMkLst>
            <pc:docMk/>
            <pc:sldMk cId="39836336" sldId="442"/>
            <ac:spMk id="4" creationId="{BCBA718A-4E22-5BF0-BA9E-B2A6F4912A90}"/>
          </ac:spMkLst>
        </pc:spChg>
        <pc:spChg chg="del mod">
          <ac:chgData name="Kumar Yerrapathni" userId="3863b97b-0242-4a9f-a0da-9c50892cb441" providerId="ADAL" clId="{3C80390B-7826-4E30-8A03-B0C3E2D5384E}" dt="2025-03-26T11:48:58.904" v="8008" actId="478"/>
          <ac:spMkLst>
            <pc:docMk/>
            <pc:sldMk cId="39836336" sldId="442"/>
            <ac:spMk id="5" creationId="{24E36594-FB28-A520-8EE0-F9119A702E96}"/>
          </ac:spMkLst>
        </pc:spChg>
        <pc:spChg chg="add del mod">
          <ac:chgData name="Kumar Yerrapathni" userId="3863b97b-0242-4a9f-a0da-9c50892cb441" providerId="ADAL" clId="{3C80390B-7826-4E30-8A03-B0C3E2D5384E}" dt="2025-03-26T11:49:01.566" v="8009" actId="478"/>
          <ac:spMkLst>
            <pc:docMk/>
            <pc:sldMk cId="39836336" sldId="442"/>
            <ac:spMk id="6" creationId="{17C28A18-AD58-FD6C-61DA-83EBA3DFA72B}"/>
          </ac:spMkLst>
        </pc:spChg>
      </pc:sldChg>
      <pc:sldChg chg="del">
        <pc:chgData name="Kumar Yerrapathni" userId="3863b97b-0242-4a9f-a0da-9c50892cb441" providerId="ADAL" clId="{3C80390B-7826-4E30-8A03-B0C3E2D5384E}" dt="2025-03-10T00:37:57.207" v="41" actId="47"/>
        <pc:sldMkLst>
          <pc:docMk/>
          <pc:sldMk cId="1756370741" sldId="444"/>
        </pc:sldMkLst>
      </pc:sldChg>
      <pc:sldChg chg="del">
        <pc:chgData name="Kumar Yerrapathni" userId="3863b97b-0242-4a9f-a0da-9c50892cb441" providerId="ADAL" clId="{3C80390B-7826-4E30-8A03-B0C3E2D5384E}" dt="2025-03-10T00:37:57.207" v="41" actId="47"/>
        <pc:sldMkLst>
          <pc:docMk/>
          <pc:sldMk cId="1364542158" sldId="445"/>
        </pc:sldMkLst>
      </pc:sldChg>
      <pc:sldChg chg="delSp add del mod ord">
        <pc:chgData name="Kumar Yerrapathni" userId="3863b97b-0242-4a9f-a0da-9c50892cb441" providerId="ADAL" clId="{3C80390B-7826-4E30-8A03-B0C3E2D5384E}" dt="2025-03-25T22:11:12.003" v="6584" actId="47"/>
        <pc:sldMkLst>
          <pc:docMk/>
          <pc:sldMk cId="3771560831" sldId="2147472862"/>
        </pc:sldMkLst>
        <pc:spChg chg="del">
          <ac:chgData name="Kumar Yerrapathni" userId="3863b97b-0242-4a9f-a0da-9c50892cb441" providerId="ADAL" clId="{3C80390B-7826-4E30-8A03-B0C3E2D5384E}" dt="2025-03-11T01:04:52.958" v="151" actId="478"/>
          <ac:spMkLst>
            <pc:docMk/>
            <pc:sldMk cId="3771560831" sldId="2147472862"/>
            <ac:spMk id="12" creationId="{2ECAEF50-9ED2-57E9-22EF-63FF7EF6CC97}"/>
          </ac:spMkLst>
        </pc:spChg>
      </pc:sldChg>
      <pc:sldChg chg="addSp delSp modSp add del mod">
        <pc:chgData name="Kumar Yerrapathni" userId="3863b97b-0242-4a9f-a0da-9c50892cb441" providerId="ADAL" clId="{3C80390B-7826-4E30-8A03-B0C3E2D5384E}" dt="2025-03-16T13:54:48.135" v="1525" actId="47"/>
        <pc:sldMkLst>
          <pc:docMk/>
          <pc:sldMk cId="698733189" sldId="2147472863"/>
        </pc:sldMkLst>
        <pc:spChg chg="add mod">
          <ac:chgData name="Kumar Yerrapathni" userId="3863b97b-0242-4a9f-a0da-9c50892cb441" providerId="ADAL" clId="{3C80390B-7826-4E30-8A03-B0C3E2D5384E}" dt="2025-03-16T13:45:09.855" v="1388" actId="14100"/>
          <ac:spMkLst>
            <pc:docMk/>
            <pc:sldMk cId="698733189" sldId="2147472863"/>
            <ac:spMk id="2" creationId="{ED4E8028-F90C-09C5-E2B2-F373A28614BA}"/>
          </ac:spMkLst>
        </pc:spChg>
        <pc:spChg chg="add del">
          <ac:chgData name="Kumar Yerrapathni" userId="3863b97b-0242-4a9f-a0da-9c50892cb441" providerId="ADAL" clId="{3C80390B-7826-4E30-8A03-B0C3E2D5384E}" dt="2025-03-14T04:36:30.498" v="1316" actId="478"/>
          <ac:spMkLst>
            <pc:docMk/>
            <pc:sldMk cId="698733189" sldId="2147472863"/>
            <ac:spMk id="4" creationId="{63092523-E2F9-E83A-C177-3E0DB6964611}"/>
          </ac:spMkLst>
        </pc:spChg>
        <pc:spChg chg="mod">
          <ac:chgData name="Kumar Yerrapathni" userId="3863b97b-0242-4a9f-a0da-9c50892cb441" providerId="ADAL" clId="{3C80390B-7826-4E30-8A03-B0C3E2D5384E}" dt="2025-03-14T04:36:14.558" v="1313" actId="20577"/>
          <ac:spMkLst>
            <pc:docMk/>
            <pc:sldMk cId="698733189" sldId="2147472863"/>
            <ac:spMk id="8" creationId="{60311BC3-06C3-D0F0-20A7-61B8A98025F4}"/>
          </ac:spMkLst>
        </pc:spChg>
        <pc:spChg chg="del">
          <ac:chgData name="Kumar Yerrapathni" userId="3863b97b-0242-4a9f-a0da-9c50892cb441" providerId="ADAL" clId="{3C80390B-7826-4E30-8A03-B0C3E2D5384E}" dt="2025-03-16T13:43:15.736" v="1374" actId="478"/>
          <ac:spMkLst>
            <pc:docMk/>
            <pc:sldMk cId="698733189" sldId="2147472863"/>
            <ac:spMk id="9" creationId="{64EE512D-23EF-4C4B-550C-B3801BE79199}"/>
          </ac:spMkLst>
        </pc:spChg>
        <pc:spChg chg="del">
          <ac:chgData name="Kumar Yerrapathni" userId="3863b97b-0242-4a9f-a0da-9c50892cb441" providerId="ADAL" clId="{3C80390B-7826-4E30-8A03-B0C3E2D5384E}" dt="2025-03-11T01:04:46.193" v="150" actId="478"/>
          <ac:spMkLst>
            <pc:docMk/>
            <pc:sldMk cId="698733189" sldId="2147472863"/>
            <ac:spMk id="12" creationId="{2ECAEF50-9ED2-57E9-22EF-63FF7EF6CC97}"/>
          </ac:spMkLst>
        </pc:spChg>
        <pc:spChg chg="add del">
          <ac:chgData name="Kumar Yerrapathni" userId="3863b97b-0242-4a9f-a0da-9c50892cb441" providerId="ADAL" clId="{3C80390B-7826-4E30-8A03-B0C3E2D5384E}" dt="2025-03-14T04:36:35.211" v="1317" actId="478"/>
          <ac:spMkLst>
            <pc:docMk/>
            <pc:sldMk cId="698733189" sldId="2147472863"/>
            <ac:spMk id="17" creationId="{6C31C608-1E09-C6C5-F646-60D16C0CE372}"/>
          </ac:spMkLst>
        </pc:spChg>
        <pc:spChg chg="add del">
          <ac:chgData name="Kumar Yerrapathni" userId="3863b97b-0242-4a9f-a0da-9c50892cb441" providerId="ADAL" clId="{3C80390B-7826-4E30-8A03-B0C3E2D5384E}" dt="2025-03-14T04:36:35.211" v="1317" actId="478"/>
          <ac:spMkLst>
            <pc:docMk/>
            <pc:sldMk cId="698733189" sldId="2147472863"/>
            <ac:spMk id="19" creationId="{872841B2-99FF-07B7-4DC7-D6F1E8235E95}"/>
          </ac:spMkLst>
        </pc:spChg>
        <pc:spChg chg="add del">
          <ac:chgData name="Kumar Yerrapathni" userId="3863b97b-0242-4a9f-a0da-9c50892cb441" providerId="ADAL" clId="{3C80390B-7826-4E30-8A03-B0C3E2D5384E}" dt="2025-03-14T04:36:35.211" v="1317" actId="478"/>
          <ac:spMkLst>
            <pc:docMk/>
            <pc:sldMk cId="698733189" sldId="2147472863"/>
            <ac:spMk id="27" creationId="{64CD04DE-3718-D140-1631-C16B84887942}"/>
          </ac:spMkLst>
        </pc:spChg>
        <pc:spChg chg="add del">
          <ac:chgData name="Kumar Yerrapathni" userId="3863b97b-0242-4a9f-a0da-9c50892cb441" providerId="ADAL" clId="{3C80390B-7826-4E30-8A03-B0C3E2D5384E}" dt="2025-03-14T04:36:35.211" v="1317" actId="478"/>
          <ac:spMkLst>
            <pc:docMk/>
            <pc:sldMk cId="698733189" sldId="2147472863"/>
            <ac:spMk id="30" creationId="{E5BC9523-6522-1DD9-AD27-31AF3B1D0D21}"/>
          </ac:spMkLst>
        </pc:spChg>
        <pc:spChg chg="add del">
          <ac:chgData name="Kumar Yerrapathni" userId="3863b97b-0242-4a9f-a0da-9c50892cb441" providerId="ADAL" clId="{3C80390B-7826-4E30-8A03-B0C3E2D5384E}" dt="2025-03-14T04:36:35.211" v="1317" actId="478"/>
          <ac:spMkLst>
            <pc:docMk/>
            <pc:sldMk cId="698733189" sldId="2147472863"/>
            <ac:spMk id="31" creationId="{D5083B2D-7455-4DB7-FBD7-53B9310E0AF3}"/>
          </ac:spMkLst>
        </pc:spChg>
        <pc:spChg chg="add del">
          <ac:chgData name="Kumar Yerrapathni" userId="3863b97b-0242-4a9f-a0da-9c50892cb441" providerId="ADAL" clId="{3C80390B-7826-4E30-8A03-B0C3E2D5384E}" dt="2025-03-14T04:36:35.211" v="1317" actId="478"/>
          <ac:spMkLst>
            <pc:docMk/>
            <pc:sldMk cId="698733189" sldId="2147472863"/>
            <ac:spMk id="2048" creationId="{1EF5576C-0C31-5CC3-454B-B6E1C3276DD5}"/>
          </ac:spMkLst>
        </pc:spChg>
        <pc:spChg chg="add del">
          <ac:chgData name="Kumar Yerrapathni" userId="3863b97b-0242-4a9f-a0da-9c50892cb441" providerId="ADAL" clId="{3C80390B-7826-4E30-8A03-B0C3E2D5384E}" dt="2025-03-14T04:36:35.211" v="1317" actId="478"/>
          <ac:spMkLst>
            <pc:docMk/>
            <pc:sldMk cId="698733189" sldId="2147472863"/>
            <ac:spMk id="2055" creationId="{8980DF87-283D-4719-7571-DE83D31205C1}"/>
          </ac:spMkLst>
        </pc:spChg>
        <pc:spChg chg="add del">
          <ac:chgData name="Kumar Yerrapathni" userId="3863b97b-0242-4a9f-a0da-9c50892cb441" providerId="ADAL" clId="{3C80390B-7826-4E30-8A03-B0C3E2D5384E}" dt="2025-03-14T04:36:35.211" v="1317" actId="478"/>
          <ac:spMkLst>
            <pc:docMk/>
            <pc:sldMk cId="698733189" sldId="2147472863"/>
            <ac:spMk id="2056" creationId="{187AE1C6-09BB-CD8C-F00F-C93FBEEE816E}"/>
          </ac:spMkLst>
        </pc:spChg>
        <pc:spChg chg="add del">
          <ac:chgData name="Kumar Yerrapathni" userId="3863b97b-0242-4a9f-a0da-9c50892cb441" providerId="ADAL" clId="{3C80390B-7826-4E30-8A03-B0C3E2D5384E}" dt="2025-03-14T04:36:35.211" v="1317" actId="478"/>
          <ac:spMkLst>
            <pc:docMk/>
            <pc:sldMk cId="698733189" sldId="2147472863"/>
            <ac:spMk id="2057" creationId="{DE9CD2ED-923F-6190-781E-F6C2A2ADC040}"/>
          </ac:spMkLst>
        </pc:spChg>
        <pc:spChg chg="add del">
          <ac:chgData name="Kumar Yerrapathni" userId="3863b97b-0242-4a9f-a0da-9c50892cb441" providerId="ADAL" clId="{3C80390B-7826-4E30-8A03-B0C3E2D5384E}" dt="2025-03-14T04:36:35.211" v="1317" actId="478"/>
          <ac:spMkLst>
            <pc:docMk/>
            <pc:sldMk cId="698733189" sldId="2147472863"/>
            <ac:spMk id="2058" creationId="{133C1D69-F371-4EF5-E264-F6DF914BB50E}"/>
          </ac:spMkLst>
        </pc:spChg>
        <pc:spChg chg="add del">
          <ac:chgData name="Kumar Yerrapathni" userId="3863b97b-0242-4a9f-a0da-9c50892cb441" providerId="ADAL" clId="{3C80390B-7826-4E30-8A03-B0C3E2D5384E}" dt="2025-03-14T04:36:35.211" v="1317" actId="478"/>
          <ac:spMkLst>
            <pc:docMk/>
            <pc:sldMk cId="698733189" sldId="2147472863"/>
            <ac:spMk id="2061" creationId="{3C8C39F9-6A42-F241-563D-FDC2889844A1}"/>
          </ac:spMkLst>
        </pc:spChg>
        <pc:spChg chg="add del">
          <ac:chgData name="Kumar Yerrapathni" userId="3863b97b-0242-4a9f-a0da-9c50892cb441" providerId="ADAL" clId="{3C80390B-7826-4E30-8A03-B0C3E2D5384E}" dt="2025-03-14T04:36:35.211" v="1317" actId="478"/>
          <ac:spMkLst>
            <pc:docMk/>
            <pc:sldMk cId="698733189" sldId="2147472863"/>
            <ac:spMk id="2062" creationId="{A64476D4-ABB2-FA5D-7527-1FE8D533AD12}"/>
          </ac:spMkLst>
        </pc:spChg>
        <pc:spChg chg="add del">
          <ac:chgData name="Kumar Yerrapathni" userId="3863b97b-0242-4a9f-a0da-9c50892cb441" providerId="ADAL" clId="{3C80390B-7826-4E30-8A03-B0C3E2D5384E}" dt="2025-03-14T04:36:35.211" v="1317" actId="478"/>
          <ac:spMkLst>
            <pc:docMk/>
            <pc:sldMk cId="698733189" sldId="2147472863"/>
            <ac:spMk id="2063" creationId="{44E7AE23-C2B4-B4EE-69F9-486562D31440}"/>
          </ac:spMkLst>
        </pc:spChg>
        <pc:spChg chg="add del">
          <ac:chgData name="Kumar Yerrapathni" userId="3863b97b-0242-4a9f-a0da-9c50892cb441" providerId="ADAL" clId="{3C80390B-7826-4E30-8A03-B0C3E2D5384E}" dt="2025-03-14T04:36:35.211" v="1317" actId="478"/>
          <ac:spMkLst>
            <pc:docMk/>
            <pc:sldMk cId="698733189" sldId="2147472863"/>
            <ac:spMk id="2064" creationId="{725FCA79-0CD5-C96B-D5EA-6F921644DDBE}"/>
          </ac:spMkLst>
        </pc:spChg>
        <pc:spChg chg="add del">
          <ac:chgData name="Kumar Yerrapathni" userId="3863b97b-0242-4a9f-a0da-9c50892cb441" providerId="ADAL" clId="{3C80390B-7826-4E30-8A03-B0C3E2D5384E}" dt="2025-03-14T04:36:35.211" v="1317" actId="478"/>
          <ac:spMkLst>
            <pc:docMk/>
            <pc:sldMk cId="698733189" sldId="2147472863"/>
            <ac:spMk id="2065" creationId="{42B03035-1BDC-A0CD-6973-3B15904F5F75}"/>
          </ac:spMkLst>
        </pc:spChg>
        <pc:spChg chg="del mod">
          <ac:chgData name="Kumar Yerrapathni" userId="3863b97b-0242-4a9f-a0da-9c50892cb441" providerId="ADAL" clId="{3C80390B-7826-4E30-8A03-B0C3E2D5384E}" dt="2025-03-14T04:29:27.996" v="1240" actId="478"/>
          <ac:spMkLst>
            <pc:docMk/>
            <pc:sldMk cId="698733189" sldId="2147472863"/>
            <ac:spMk id="2066" creationId="{9BAAA108-43E2-E736-1DF2-0416FF69C0F4}"/>
          </ac:spMkLst>
        </pc:spChg>
        <pc:spChg chg="del">
          <ac:chgData name="Kumar Yerrapathni" userId="3863b97b-0242-4a9f-a0da-9c50892cb441" providerId="ADAL" clId="{3C80390B-7826-4E30-8A03-B0C3E2D5384E}" dt="2025-03-14T04:36:20.423" v="1314" actId="478"/>
          <ac:spMkLst>
            <pc:docMk/>
            <pc:sldMk cId="698733189" sldId="2147472863"/>
            <ac:spMk id="2067" creationId="{E938AE43-B1F2-183D-BBDB-23904D4B16FA}"/>
          </ac:spMkLst>
        </pc:spChg>
        <pc:spChg chg="add del">
          <ac:chgData name="Kumar Yerrapathni" userId="3863b97b-0242-4a9f-a0da-9c50892cb441" providerId="ADAL" clId="{3C80390B-7826-4E30-8A03-B0C3E2D5384E}" dt="2025-03-14T04:36:35.211" v="1317" actId="478"/>
          <ac:spMkLst>
            <pc:docMk/>
            <pc:sldMk cId="698733189" sldId="2147472863"/>
            <ac:spMk id="2068" creationId="{FAEE071C-D30A-AF45-9E95-780F91A28AE5}"/>
          </ac:spMkLst>
        </pc:spChg>
        <pc:spChg chg="add del">
          <ac:chgData name="Kumar Yerrapathni" userId="3863b97b-0242-4a9f-a0da-9c50892cb441" providerId="ADAL" clId="{3C80390B-7826-4E30-8A03-B0C3E2D5384E}" dt="2025-03-14T04:36:35.211" v="1317" actId="478"/>
          <ac:spMkLst>
            <pc:docMk/>
            <pc:sldMk cId="698733189" sldId="2147472863"/>
            <ac:spMk id="2069" creationId="{D8F9E391-2F08-5674-8A85-80ABF6BBF324}"/>
          </ac:spMkLst>
        </pc:spChg>
        <pc:spChg chg="add del">
          <ac:chgData name="Kumar Yerrapathni" userId="3863b97b-0242-4a9f-a0da-9c50892cb441" providerId="ADAL" clId="{3C80390B-7826-4E30-8A03-B0C3E2D5384E}" dt="2025-03-14T04:36:35.211" v="1317" actId="478"/>
          <ac:spMkLst>
            <pc:docMk/>
            <pc:sldMk cId="698733189" sldId="2147472863"/>
            <ac:spMk id="2070" creationId="{76E0CBCF-8A3D-DDDD-DF43-3D53FC0F6872}"/>
          </ac:spMkLst>
        </pc:spChg>
        <pc:spChg chg="add del">
          <ac:chgData name="Kumar Yerrapathni" userId="3863b97b-0242-4a9f-a0da-9c50892cb441" providerId="ADAL" clId="{3C80390B-7826-4E30-8A03-B0C3E2D5384E}" dt="2025-03-14T04:36:35.211" v="1317" actId="478"/>
          <ac:spMkLst>
            <pc:docMk/>
            <pc:sldMk cId="698733189" sldId="2147472863"/>
            <ac:spMk id="2071" creationId="{D3774E5C-2845-917E-3096-5EA10DD51BC5}"/>
          </ac:spMkLst>
        </pc:spChg>
        <pc:spChg chg="add del">
          <ac:chgData name="Kumar Yerrapathni" userId="3863b97b-0242-4a9f-a0da-9c50892cb441" providerId="ADAL" clId="{3C80390B-7826-4E30-8A03-B0C3E2D5384E}" dt="2025-03-14T04:36:35.211" v="1317" actId="478"/>
          <ac:spMkLst>
            <pc:docMk/>
            <pc:sldMk cId="698733189" sldId="2147472863"/>
            <ac:spMk id="2072" creationId="{E25B67FB-A158-D8A8-413C-F52C0F4ABA2A}"/>
          </ac:spMkLst>
        </pc:spChg>
        <pc:spChg chg="add del">
          <ac:chgData name="Kumar Yerrapathni" userId="3863b97b-0242-4a9f-a0da-9c50892cb441" providerId="ADAL" clId="{3C80390B-7826-4E30-8A03-B0C3E2D5384E}" dt="2025-03-14T04:36:35.211" v="1317" actId="478"/>
          <ac:spMkLst>
            <pc:docMk/>
            <pc:sldMk cId="698733189" sldId="2147472863"/>
            <ac:spMk id="2073" creationId="{191F9CC8-2E1D-F562-520C-73AF21CE90B9}"/>
          </ac:spMkLst>
        </pc:spChg>
        <pc:spChg chg="add del">
          <ac:chgData name="Kumar Yerrapathni" userId="3863b97b-0242-4a9f-a0da-9c50892cb441" providerId="ADAL" clId="{3C80390B-7826-4E30-8A03-B0C3E2D5384E}" dt="2025-03-14T04:36:35.211" v="1317" actId="478"/>
          <ac:spMkLst>
            <pc:docMk/>
            <pc:sldMk cId="698733189" sldId="2147472863"/>
            <ac:spMk id="2074" creationId="{05B40992-E783-7E4C-DDDD-F597C12B360A}"/>
          </ac:spMkLst>
        </pc:spChg>
        <pc:picChg chg="add del">
          <ac:chgData name="Kumar Yerrapathni" userId="3863b97b-0242-4a9f-a0da-9c50892cb441" providerId="ADAL" clId="{3C80390B-7826-4E30-8A03-B0C3E2D5384E}" dt="2025-03-14T04:36:35.211" v="1317" actId="478"/>
          <ac:picMkLst>
            <pc:docMk/>
            <pc:sldMk cId="698733189" sldId="2147472863"/>
            <ac:picMk id="16" creationId="{F5D8CA0F-B254-42C2-46E7-0B7AEE1D15C3}"/>
          </ac:picMkLst>
        </pc:picChg>
        <pc:picChg chg="add del">
          <ac:chgData name="Kumar Yerrapathni" userId="3863b97b-0242-4a9f-a0da-9c50892cb441" providerId="ADAL" clId="{3C80390B-7826-4E30-8A03-B0C3E2D5384E}" dt="2025-03-14T04:36:35.211" v="1317" actId="478"/>
          <ac:picMkLst>
            <pc:docMk/>
            <pc:sldMk cId="698733189" sldId="2147472863"/>
            <ac:picMk id="26" creationId="{AD7A0AF2-11BC-65D9-3086-0A0D41A7CBFA}"/>
          </ac:picMkLst>
        </pc:picChg>
        <pc:picChg chg="add del">
          <ac:chgData name="Kumar Yerrapathni" userId="3863b97b-0242-4a9f-a0da-9c50892cb441" providerId="ADAL" clId="{3C80390B-7826-4E30-8A03-B0C3E2D5384E}" dt="2025-03-14T04:36:35.211" v="1317" actId="478"/>
          <ac:picMkLst>
            <pc:docMk/>
            <pc:sldMk cId="698733189" sldId="2147472863"/>
            <ac:picMk id="1026" creationId="{27F89160-5F36-300B-6693-F772366C7C42}"/>
          </ac:picMkLst>
        </pc:picChg>
        <pc:picChg chg="add del">
          <ac:chgData name="Kumar Yerrapathni" userId="3863b97b-0242-4a9f-a0da-9c50892cb441" providerId="ADAL" clId="{3C80390B-7826-4E30-8A03-B0C3E2D5384E}" dt="2025-03-14T04:36:35.211" v="1317" actId="478"/>
          <ac:picMkLst>
            <pc:docMk/>
            <pc:sldMk cId="698733189" sldId="2147472863"/>
            <ac:picMk id="1028" creationId="{6C07B578-3545-0BB3-3DCE-05A48DF2C909}"/>
          </ac:picMkLst>
        </pc:picChg>
        <pc:picChg chg="add del">
          <ac:chgData name="Kumar Yerrapathni" userId="3863b97b-0242-4a9f-a0da-9c50892cb441" providerId="ADAL" clId="{3C80390B-7826-4E30-8A03-B0C3E2D5384E}" dt="2025-03-14T04:36:35.211" v="1317" actId="478"/>
          <ac:picMkLst>
            <pc:docMk/>
            <pc:sldMk cId="698733189" sldId="2147472863"/>
            <ac:picMk id="1030" creationId="{DC5D4373-7AAF-7CD5-0205-EB01C5017BA0}"/>
          </ac:picMkLst>
        </pc:picChg>
        <pc:picChg chg="add del">
          <ac:chgData name="Kumar Yerrapathni" userId="3863b97b-0242-4a9f-a0da-9c50892cb441" providerId="ADAL" clId="{3C80390B-7826-4E30-8A03-B0C3E2D5384E}" dt="2025-03-14T04:36:35.211" v="1317" actId="478"/>
          <ac:picMkLst>
            <pc:docMk/>
            <pc:sldMk cId="698733189" sldId="2147472863"/>
            <ac:picMk id="2049" creationId="{ADDECBBE-0BC3-7789-4C92-98A519C95D08}"/>
          </ac:picMkLst>
        </pc:picChg>
        <pc:picChg chg="add del">
          <ac:chgData name="Kumar Yerrapathni" userId="3863b97b-0242-4a9f-a0da-9c50892cb441" providerId="ADAL" clId="{3C80390B-7826-4E30-8A03-B0C3E2D5384E}" dt="2025-03-14T04:36:35.211" v="1317" actId="478"/>
          <ac:picMkLst>
            <pc:docMk/>
            <pc:sldMk cId="698733189" sldId="2147472863"/>
            <ac:picMk id="2051" creationId="{A28FDD5E-A47C-2417-E6FC-8EBFE3C7233F}"/>
          </ac:picMkLst>
        </pc:picChg>
        <pc:picChg chg="add del">
          <ac:chgData name="Kumar Yerrapathni" userId="3863b97b-0242-4a9f-a0da-9c50892cb441" providerId="ADAL" clId="{3C80390B-7826-4E30-8A03-B0C3E2D5384E}" dt="2025-03-14T04:36:35.211" v="1317" actId="478"/>
          <ac:picMkLst>
            <pc:docMk/>
            <pc:sldMk cId="698733189" sldId="2147472863"/>
            <ac:picMk id="2052" creationId="{2BA71A4B-65E1-7C3E-7F6D-7F7B734B9CCF}"/>
          </ac:picMkLst>
        </pc:picChg>
        <pc:picChg chg="add del">
          <ac:chgData name="Kumar Yerrapathni" userId="3863b97b-0242-4a9f-a0da-9c50892cb441" providerId="ADAL" clId="{3C80390B-7826-4E30-8A03-B0C3E2D5384E}" dt="2025-03-14T04:36:35.211" v="1317" actId="478"/>
          <ac:picMkLst>
            <pc:docMk/>
            <pc:sldMk cId="698733189" sldId="2147472863"/>
            <ac:picMk id="2053" creationId="{678F12D7-D84B-C68E-063F-CDDB0F00E520}"/>
          </ac:picMkLst>
        </pc:picChg>
      </pc:sldChg>
      <pc:sldChg chg="addSp delSp modSp add del mod ord modClrScheme chgLayout">
        <pc:chgData name="Kumar Yerrapathni" userId="3863b97b-0242-4a9f-a0da-9c50892cb441" providerId="ADAL" clId="{3C80390B-7826-4E30-8A03-B0C3E2D5384E}" dt="2025-03-25T22:12:11.922" v="6588" actId="47"/>
        <pc:sldMkLst>
          <pc:docMk/>
          <pc:sldMk cId="2987910893" sldId="2147472864"/>
        </pc:sldMkLst>
        <pc:spChg chg="add del mod ord">
          <ac:chgData name="Kumar Yerrapathni" userId="3863b97b-0242-4a9f-a0da-9c50892cb441" providerId="ADAL" clId="{3C80390B-7826-4E30-8A03-B0C3E2D5384E}" dt="2025-03-11T01:06:14.758" v="157" actId="700"/>
          <ac:spMkLst>
            <pc:docMk/>
            <pc:sldMk cId="2987910893" sldId="2147472864"/>
            <ac:spMk id="3" creationId="{4DE8C590-C31A-FE49-67B7-0DE4E1935823}"/>
          </ac:spMkLst>
        </pc:spChg>
        <pc:spChg chg="mod ord">
          <ac:chgData name="Kumar Yerrapathni" userId="3863b97b-0242-4a9f-a0da-9c50892cb441" providerId="ADAL" clId="{3C80390B-7826-4E30-8A03-B0C3E2D5384E}" dt="2025-03-11T01:06:14.758" v="157" actId="700"/>
          <ac:spMkLst>
            <pc:docMk/>
            <pc:sldMk cId="2987910893" sldId="2147472864"/>
            <ac:spMk id="4" creationId="{63092523-E2F9-E83A-C177-3E0DB6964611}"/>
          </ac:spMkLst>
        </pc:spChg>
        <pc:spChg chg="add del mod ord">
          <ac:chgData name="Kumar Yerrapathni" userId="3863b97b-0242-4a9f-a0da-9c50892cb441" providerId="ADAL" clId="{3C80390B-7826-4E30-8A03-B0C3E2D5384E}" dt="2025-03-11T01:06:14.758" v="157" actId="700"/>
          <ac:spMkLst>
            <pc:docMk/>
            <pc:sldMk cId="2987910893" sldId="2147472864"/>
            <ac:spMk id="5" creationId="{05568B5F-EEB1-CFC7-D2A5-9F8EAB6A763C}"/>
          </ac:spMkLst>
        </pc:spChg>
        <pc:spChg chg="del">
          <ac:chgData name="Kumar Yerrapathni" userId="3863b97b-0242-4a9f-a0da-9c50892cb441" providerId="ADAL" clId="{3C80390B-7826-4E30-8A03-B0C3E2D5384E}" dt="2025-03-11T01:05:54.866" v="155" actId="478"/>
          <ac:spMkLst>
            <pc:docMk/>
            <pc:sldMk cId="2987910893" sldId="2147472864"/>
            <ac:spMk id="12" creationId="{2ECAEF50-9ED2-57E9-22EF-63FF7EF6CC97}"/>
          </ac:spMkLst>
        </pc:spChg>
      </pc:sldChg>
      <pc:sldChg chg="delSp modSp add del mod ord">
        <pc:chgData name="Kumar Yerrapathni" userId="3863b97b-0242-4a9f-a0da-9c50892cb441" providerId="ADAL" clId="{3C80390B-7826-4E30-8A03-B0C3E2D5384E}" dt="2025-03-25T22:11:51.327" v="6586" actId="47"/>
        <pc:sldMkLst>
          <pc:docMk/>
          <pc:sldMk cId="2999994568" sldId="2147472865"/>
        </pc:sldMkLst>
        <pc:spChg chg="del">
          <ac:chgData name="Kumar Yerrapathni" userId="3863b97b-0242-4a9f-a0da-9c50892cb441" providerId="ADAL" clId="{3C80390B-7826-4E30-8A03-B0C3E2D5384E}" dt="2025-03-11T01:05:42.380" v="153" actId="478"/>
          <ac:spMkLst>
            <pc:docMk/>
            <pc:sldMk cId="2999994568" sldId="2147472865"/>
            <ac:spMk id="12" creationId="{2ECAEF50-9ED2-57E9-22EF-63FF7EF6CC97}"/>
          </ac:spMkLst>
        </pc:spChg>
        <pc:spChg chg="mod">
          <ac:chgData name="Kumar Yerrapathni" userId="3863b97b-0242-4a9f-a0da-9c50892cb441" providerId="ADAL" clId="{3C80390B-7826-4E30-8A03-B0C3E2D5384E}" dt="2025-03-13T14:46:20.158" v="802" actId="20577"/>
          <ac:spMkLst>
            <pc:docMk/>
            <pc:sldMk cId="2999994568" sldId="2147472865"/>
            <ac:spMk id="13" creationId="{16EE0150-96B9-5E09-5ED2-21F7F2F546B0}"/>
          </ac:spMkLst>
        </pc:spChg>
      </pc:sldChg>
      <pc:sldChg chg="delSp add del mod ord">
        <pc:chgData name="Kumar Yerrapathni" userId="3863b97b-0242-4a9f-a0da-9c50892cb441" providerId="ADAL" clId="{3C80390B-7826-4E30-8A03-B0C3E2D5384E}" dt="2025-03-25T22:11:58.206" v="6587" actId="47"/>
        <pc:sldMkLst>
          <pc:docMk/>
          <pc:sldMk cId="4070175442" sldId="2147472866"/>
        </pc:sldMkLst>
        <pc:spChg chg="del">
          <ac:chgData name="Kumar Yerrapathni" userId="3863b97b-0242-4a9f-a0da-9c50892cb441" providerId="ADAL" clId="{3C80390B-7826-4E30-8A03-B0C3E2D5384E}" dt="2025-03-11T01:05:48.269" v="154" actId="478"/>
          <ac:spMkLst>
            <pc:docMk/>
            <pc:sldMk cId="4070175442" sldId="2147472866"/>
            <ac:spMk id="12" creationId="{2ECAEF50-9ED2-57E9-22EF-63FF7EF6CC97}"/>
          </ac:spMkLst>
        </pc:spChg>
      </pc:sldChg>
      <pc:sldChg chg="delSp add del mod ord">
        <pc:chgData name="Kumar Yerrapathni" userId="3863b97b-0242-4a9f-a0da-9c50892cb441" providerId="ADAL" clId="{3C80390B-7826-4E30-8A03-B0C3E2D5384E}" dt="2025-03-25T22:11:12.003" v="6584" actId="47"/>
        <pc:sldMkLst>
          <pc:docMk/>
          <pc:sldMk cId="2956590083" sldId="2147472872"/>
        </pc:sldMkLst>
        <pc:spChg chg="del">
          <ac:chgData name="Kumar Yerrapathni" userId="3863b97b-0242-4a9f-a0da-9c50892cb441" providerId="ADAL" clId="{3C80390B-7826-4E30-8A03-B0C3E2D5384E}" dt="2025-03-11T01:05:35.666" v="152" actId="478"/>
          <ac:spMkLst>
            <pc:docMk/>
            <pc:sldMk cId="2956590083" sldId="2147472872"/>
            <ac:spMk id="12" creationId="{2ECAEF50-9ED2-57E9-22EF-63FF7EF6CC97}"/>
          </ac:spMkLst>
        </pc:spChg>
      </pc:sldChg>
      <pc:sldChg chg="addSp delSp modSp add del mod modClrScheme chgLayout">
        <pc:chgData name="Kumar Yerrapathni" userId="3863b97b-0242-4a9f-a0da-9c50892cb441" providerId="ADAL" clId="{3C80390B-7826-4E30-8A03-B0C3E2D5384E}" dt="2025-03-13T14:50:52.999" v="823" actId="20577"/>
        <pc:sldMkLst>
          <pc:docMk/>
          <pc:sldMk cId="2597925362" sldId="2147472878"/>
        </pc:sldMkLst>
        <pc:spChg chg="mod ord">
          <ac:chgData name="Kumar Yerrapathni" userId="3863b97b-0242-4a9f-a0da-9c50892cb441" providerId="ADAL" clId="{3C80390B-7826-4E30-8A03-B0C3E2D5384E}" dt="2025-03-13T14:50:52.999" v="823" actId="20577"/>
          <ac:spMkLst>
            <pc:docMk/>
            <pc:sldMk cId="2597925362" sldId="2147472878"/>
            <ac:spMk id="2" creationId="{DB4CD2E1-F882-8E49-89EA-6C8C9BC4DEBC}"/>
          </ac:spMkLst>
        </pc:spChg>
        <pc:spChg chg="add del mod ord">
          <ac:chgData name="Kumar Yerrapathni" userId="3863b97b-0242-4a9f-a0da-9c50892cb441" providerId="ADAL" clId="{3C80390B-7826-4E30-8A03-B0C3E2D5384E}" dt="2025-03-13T14:50:47.697" v="820" actId="478"/>
          <ac:spMkLst>
            <pc:docMk/>
            <pc:sldMk cId="2597925362" sldId="2147472878"/>
            <ac:spMk id="3" creationId="{540895AD-D4D3-8E12-A7C8-0A58A5650788}"/>
          </ac:spMkLst>
        </pc:spChg>
      </pc:sldChg>
      <pc:sldChg chg="del">
        <pc:chgData name="Kumar Yerrapathni" userId="3863b97b-0242-4a9f-a0da-9c50892cb441" providerId="ADAL" clId="{3C80390B-7826-4E30-8A03-B0C3E2D5384E}" dt="2025-03-10T00:38:05.771" v="43" actId="47"/>
        <pc:sldMkLst>
          <pc:docMk/>
          <pc:sldMk cId="1436031850" sldId="2147472954"/>
        </pc:sldMkLst>
      </pc:sldChg>
      <pc:sldChg chg="add del">
        <pc:chgData name="Kumar Yerrapathni" userId="3863b97b-0242-4a9f-a0da-9c50892cb441" providerId="ADAL" clId="{3C80390B-7826-4E30-8A03-B0C3E2D5384E}" dt="2025-03-10T00:37:41.094" v="39" actId="2696"/>
        <pc:sldMkLst>
          <pc:docMk/>
          <pc:sldMk cId="1003584892" sldId="2147482907"/>
        </pc:sldMkLst>
      </pc:sldChg>
      <pc:sldChg chg="addSp modSp add del mod ord">
        <pc:chgData name="Kumar Yerrapathni" userId="3863b97b-0242-4a9f-a0da-9c50892cb441" providerId="ADAL" clId="{3C80390B-7826-4E30-8A03-B0C3E2D5384E}" dt="2025-03-26T11:51:54.279" v="8021" actId="47"/>
        <pc:sldMkLst>
          <pc:docMk/>
          <pc:sldMk cId="3507345649" sldId="2147482907"/>
        </pc:sldMkLst>
        <pc:spChg chg="mod">
          <ac:chgData name="Kumar Yerrapathni" userId="3863b97b-0242-4a9f-a0da-9c50892cb441" providerId="ADAL" clId="{3C80390B-7826-4E30-8A03-B0C3E2D5384E}" dt="2025-03-13T21:18:25.517" v="1231" actId="14100"/>
          <ac:spMkLst>
            <pc:docMk/>
            <pc:sldMk cId="3507345649" sldId="2147482907"/>
            <ac:spMk id="2" creationId="{C30C62AE-B9DE-A8DF-D382-D60EB17A14C9}"/>
          </ac:spMkLst>
        </pc:spChg>
        <pc:picChg chg="mod">
          <ac:chgData name="Kumar Yerrapathni" userId="3863b97b-0242-4a9f-a0da-9c50892cb441" providerId="ADAL" clId="{3C80390B-7826-4E30-8A03-B0C3E2D5384E}" dt="2025-03-10T21:19:58.300" v="145" actId="1076"/>
          <ac:picMkLst>
            <pc:docMk/>
            <pc:sldMk cId="3507345649" sldId="2147482907"/>
            <ac:picMk id="34" creationId="{3CC1D007-9C26-AF78-1001-3B985587DF77}"/>
          </ac:picMkLst>
        </pc:picChg>
        <pc:picChg chg="add mod">
          <ac:chgData name="Kumar Yerrapathni" userId="3863b97b-0242-4a9f-a0da-9c50892cb441" providerId="ADAL" clId="{3C80390B-7826-4E30-8A03-B0C3E2D5384E}" dt="2025-03-10T21:18:57.138" v="137" actId="1076"/>
          <ac:picMkLst>
            <pc:docMk/>
            <pc:sldMk cId="3507345649" sldId="2147482907"/>
            <ac:picMk id="40" creationId="{B9AC6251-96B5-5924-BAF9-49FAD02FB6C5}"/>
          </ac:picMkLst>
        </pc:picChg>
        <pc:picChg chg="add mod">
          <ac:chgData name="Kumar Yerrapathni" userId="3863b97b-0242-4a9f-a0da-9c50892cb441" providerId="ADAL" clId="{3C80390B-7826-4E30-8A03-B0C3E2D5384E}" dt="2025-03-10T21:19:40.413" v="143" actId="688"/>
          <ac:picMkLst>
            <pc:docMk/>
            <pc:sldMk cId="3507345649" sldId="2147482907"/>
            <ac:picMk id="45" creationId="{49BCDEE3-BBD2-CAB0-9C08-DB6F144AEF35}"/>
          </ac:picMkLst>
        </pc:picChg>
      </pc:sldChg>
      <pc:sldChg chg="add del">
        <pc:chgData name="Kumar Yerrapathni" userId="3863b97b-0242-4a9f-a0da-9c50892cb441" providerId="ADAL" clId="{3C80390B-7826-4E30-8A03-B0C3E2D5384E}" dt="2025-03-10T00:37:41.094" v="39" actId="2696"/>
        <pc:sldMkLst>
          <pc:docMk/>
          <pc:sldMk cId="912864459" sldId="2147482915"/>
        </pc:sldMkLst>
      </pc:sldChg>
      <pc:sldChg chg="add del ord">
        <pc:chgData name="Kumar Yerrapathni" userId="3863b97b-0242-4a9f-a0da-9c50892cb441" providerId="ADAL" clId="{3C80390B-7826-4E30-8A03-B0C3E2D5384E}" dt="2025-03-26T11:52:10.612" v="8023" actId="47"/>
        <pc:sldMkLst>
          <pc:docMk/>
          <pc:sldMk cId="1834739310" sldId="2147482915"/>
        </pc:sldMkLst>
      </pc:sldChg>
      <pc:sldChg chg="addSp delSp modSp del mod">
        <pc:chgData name="Kumar Yerrapathni" userId="3863b97b-0242-4a9f-a0da-9c50892cb441" providerId="ADAL" clId="{3C80390B-7826-4E30-8A03-B0C3E2D5384E}" dt="2025-03-30T12:46:58.281" v="11080" actId="47"/>
        <pc:sldMkLst>
          <pc:docMk/>
          <pc:sldMk cId="1923879638" sldId="2147482916"/>
        </pc:sldMkLst>
        <pc:spChg chg="add del mod">
          <ac:chgData name="Kumar Yerrapathni" userId="3863b97b-0242-4a9f-a0da-9c50892cb441" providerId="ADAL" clId="{3C80390B-7826-4E30-8A03-B0C3E2D5384E}" dt="2025-03-28T04:08:36.306" v="9112" actId="478"/>
          <ac:spMkLst>
            <pc:docMk/>
            <pc:sldMk cId="1923879638" sldId="2147482916"/>
            <ac:spMk id="3" creationId="{5C0FD44E-3320-81A8-E84B-8BE14C24A9A6}"/>
          </ac:spMkLst>
        </pc:spChg>
        <pc:spChg chg="del mod">
          <ac:chgData name="Kumar Yerrapathni" userId="3863b97b-0242-4a9f-a0da-9c50892cb441" providerId="ADAL" clId="{3C80390B-7826-4E30-8A03-B0C3E2D5384E}" dt="2025-03-28T04:08:33.101" v="9111" actId="478"/>
          <ac:spMkLst>
            <pc:docMk/>
            <pc:sldMk cId="1923879638" sldId="2147482916"/>
            <ac:spMk id="5" creationId="{32C41F99-83AD-8A00-87A6-CC8FDA6AD002}"/>
          </ac:spMkLst>
        </pc:spChg>
        <pc:spChg chg="mod">
          <ac:chgData name="Kumar Yerrapathni" userId="3863b97b-0242-4a9f-a0da-9c50892cb441" providerId="ADAL" clId="{3C80390B-7826-4E30-8A03-B0C3E2D5384E}" dt="2025-03-30T08:56:12.171" v="9477" actId="403"/>
          <ac:spMkLst>
            <pc:docMk/>
            <pc:sldMk cId="1923879638" sldId="2147482916"/>
            <ac:spMk id="6" creationId="{9AACA1F4-993A-8017-3FDF-B93CDD8E2945}"/>
          </ac:spMkLst>
        </pc:spChg>
        <pc:spChg chg="add mod">
          <ac:chgData name="Kumar Yerrapathni" userId="3863b97b-0242-4a9f-a0da-9c50892cb441" providerId="ADAL" clId="{3C80390B-7826-4E30-8A03-B0C3E2D5384E}" dt="2025-03-30T09:00:27.636" v="9737" actId="14100"/>
          <ac:spMkLst>
            <pc:docMk/>
            <pc:sldMk cId="1923879638" sldId="2147482916"/>
            <ac:spMk id="13" creationId="{50EE8779-2521-2286-E731-85E16F305608}"/>
          </ac:spMkLst>
        </pc:spChg>
        <pc:spChg chg="add mod">
          <ac:chgData name="Kumar Yerrapathni" userId="3863b97b-0242-4a9f-a0da-9c50892cb441" providerId="ADAL" clId="{3C80390B-7826-4E30-8A03-B0C3E2D5384E}" dt="2025-03-30T09:00:48.819" v="9749" actId="1035"/>
          <ac:spMkLst>
            <pc:docMk/>
            <pc:sldMk cId="1923879638" sldId="2147482916"/>
            <ac:spMk id="19" creationId="{3ECCC6C7-0357-3F35-7474-16BEA454554B}"/>
          </ac:spMkLst>
        </pc:spChg>
        <pc:spChg chg="mod">
          <ac:chgData name="Kumar Yerrapathni" userId="3863b97b-0242-4a9f-a0da-9c50892cb441" providerId="ADAL" clId="{3C80390B-7826-4E30-8A03-B0C3E2D5384E}" dt="2025-03-30T08:55:48.689" v="9471" actId="403"/>
          <ac:spMkLst>
            <pc:docMk/>
            <pc:sldMk cId="1923879638" sldId="2147482916"/>
            <ac:spMk id="38" creationId="{1EE5B09F-1D02-5FF3-6C12-F405A16DBF37}"/>
          </ac:spMkLst>
        </pc:spChg>
        <pc:spChg chg="mod">
          <ac:chgData name="Kumar Yerrapathni" userId="3863b97b-0242-4a9f-a0da-9c50892cb441" providerId="ADAL" clId="{3C80390B-7826-4E30-8A03-B0C3E2D5384E}" dt="2025-03-30T08:55:43.189" v="9470" actId="403"/>
          <ac:spMkLst>
            <pc:docMk/>
            <pc:sldMk cId="1923879638" sldId="2147482916"/>
            <ac:spMk id="52" creationId="{15E71856-C5AF-6C43-D10A-3045A2CE5D42}"/>
          </ac:spMkLst>
        </pc:spChg>
        <pc:grpChg chg="mod">
          <ac:chgData name="Kumar Yerrapathni" userId="3863b97b-0242-4a9f-a0da-9c50892cb441" providerId="ADAL" clId="{3C80390B-7826-4E30-8A03-B0C3E2D5384E}" dt="2025-03-28T04:04:45.174" v="9086" actId="14861"/>
          <ac:grpSpMkLst>
            <pc:docMk/>
            <pc:sldMk cId="1923879638" sldId="2147482916"/>
            <ac:grpSpMk id="39" creationId="{6432230F-CD57-0BC8-537C-AC35076729B7}"/>
          </ac:grpSpMkLst>
        </pc:grpChg>
        <pc:grpChg chg="mod">
          <ac:chgData name="Kumar Yerrapathni" userId="3863b97b-0242-4a9f-a0da-9c50892cb441" providerId="ADAL" clId="{3C80390B-7826-4E30-8A03-B0C3E2D5384E}" dt="2025-03-30T09:31:16.441" v="9754" actId="554"/>
          <ac:grpSpMkLst>
            <pc:docMk/>
            <pc:sldMk cId="1923879638" sldId="2147482916"/>
            <ac:grpSpMk id="46" creationId="{938990F7-F743-40A2-6673-0D60F989A6FA}"/>
          </ac:grpSpMkLst>
        </pc:grpChg>
        <pc:grpChg chg="mod">
          <ac:chgData name="Kumar Yerrapathni" userId="3863b97b-0242-4a9f-a0da-9c50892cb441" providerId="ADAL" clId="{3C80390B-7826-4E30-8A03-B0C3E2D5384E}" dt="2025-03-30T09:31:16.441" v="9754" actId="554"/>
          <ac:grpSpMkLst>
            <pc:docMk/>
            <pc:sldMk cId="1923879638" sldId="2147482916"/>
            <ac:grpSpMk id="234" creationId="{296483BC-9688-419A-6B66-BD3A51956109}"/>
          </ac:grpSpMkLst>
        </pc:grpChg>
        <pc:cxnChg chg="mod ord">
          <ac:chgData name="Kumar Yerrapathni" userId="3863b97b-0242-4a9f-a0da-9c50892cb441" providerId="ADAL" clId="{3C80390B-7826-4E30-8A03-B0C3E2D5384E}" dt="2025-03-30T08:56:42.967" v="9478" actId="692"/>
          <ac:cxnSpMkLst>
            <pc:docMk/>
            <pc:sldMk cId="1923879638" sldId="2147482916"/>
            <ac:cxnSpMk id="108" creationId="{735EDC95-5423-19E8-3D0F-8ABB679CEF36}"/>
          </ac:cxnSpMkLst>
        </pc:cxnChg>
      </pc:sldChg>
      <pc:sldChg chg="addSp delSp modSp add del mod ord">
        <pc:chgData name="Kumar Yerrapathni" userId="3863b97b-0242-4a9f-a0da-9c50892cb441" providerId="ADAL" clId="{3C80390B-7826-4E30-8A03-B0C3E2D5384E}" dt="2025-03-26T11:51:47.546" v="8019" actId="47"/>
        <pc:sldMkLst>
          <pc:docMk/>
          <pc:sldMk cId="3276734493" sldId="2147482947"/>
        </pc:sldMkLst>
        <pc:spChg chg="mod">
          <ac:chgData name="Kumar Yerrapathni" userId="3863b97b-0242-4a9f-a0da-9c50892cb441" providerId="ADAL" clId="{3C80390B-7826-4E30-8A03-B0C3E2D5384E}" dt="2025-03-13T21:18:33.919" v="1232" actId="14100"/>
          <ac:spMkLst>
            <pc:docMk/>
            <pc:sldMk cId="3276734493" sldId="2147482947"/>
            <ac:spMk id="2" creationId="{C30C62AE-B9DE-A8DF-D382-D60EB17A14C9}"/>
          </ac:spMkLst>
        </pc:spChg>
        <pc:spChg chg="del">
          <ac:chgData name="Kumar Yerrapathni" userId="3863b97b-0242-4a9f-a0da-9c50892cb441" providerId="ADAL" clId="{3C80390B-7826-4E30-8A03-B0C3E2D5384E}" dt="2025-03-10T04:32:06.063" v="69" actId="478"/>
          <ac:spMkLst>
            <pc:docMk/>
            <pc:sldMk cId="3276734493" sldId="2147482947"/>
            <ac:spMk id="58" creationId="{C733605B-61E0-64B7-0F2F-9CE7A8BC02E5}"/>
          </ac:spMkLst>
        </pc:spChg>
        <pc:spChg chg="del mod">
          <ac:chgData name="Kumar Yerrapathni" userId="3863b97b-0242-4a9f-a0da-9c50892cb441" providerId="ADAL" clId="{3C80390B-7826-4E30-8A03-B0C3E2D5384E}" dt="2025-03-10T04:40:23.906" v="79" actId="478"/>
          <ac:spMkLst>
            <pc:docMk/>
            <pc:sldMk cId="3276734493" sldId="2147482947"/>
            <ac:spMk id="88" creationId="{FADDB549-740C-113A-A2EC-B077E27E52E0}"/>
          </ac:spMkLst>
        </pc:spChg>
        <pc:spChg chg="mod">
          <ac:chgData name="Kumar Yerrapathni" userId="3863b97b-0242-4a9f-a0da-9c50892cb441" providerId="ADAL" clId="{3C80390B-7826-4E30-8A03-B0C3E2D5384E}" dt="2025-03-10T04:40:12.587" v="76" actId="6549"/>
          <ac:spMkLst>
            <pc:docMk/>
            <pc:sldMk cId="3276734493" sldId="2147482947"/>
            <ac:spMk id="106" creationId="{2461245C-B254-5662-C1E7-DB0BD7FE67AC}"/>
          </ac:spMkLst>
        </pc:spChg>
        <pc:spChg chg="mod">
          <ac:chgData name="Kumar Yerrapathni" userId="3863b97b-0242-4a9f-a0da-9c50892cb441" providerId="ADAL" clId="{3C80390B-7826-4E30-8A03-B0C3E2D5384E}" dt="2025-03-10T21:17:57.797" v="131" actId="20577"/>
          <ac:spMkLst>
            <pc:docMk/>
            <pc:sldMk cId="3276734493" sldId="2147482947"/>
            <ac:spMk id="118" creationId="{7F5BE506-A861-5D17-543C-7FE3CD3C8C6E}"/>
          </ac:spMkLst>
        </pc:spChg>
        <pc:spChg chg="mod">
          <ac:chgData name="Kumar Yerrapathni" userId="3863b97b-0242-4a9f-a0da-9c50892cb441" providerId="ADAL" clId="{3C80390B-7826-4E30-8A03-B0C3E2D5384E}" dt="2025-03-10T21:18:11.141" v="135" actId="20577"/>
          <ac:spMkLst>
            <pc:docMk/>
            <pc:sldMk cId="3276734493" sldId="2147482947"/>
            <ac:spMk id="132" creationId="{872D35CA-795A-8396-0D49-8CB01438CF11}"/>
          </ac:spMkLst>
        </pc:spChg>
        <pc:spChg chg="mod">
          <ac:chgData name="Kumar Yerrapathni" userId="3863b97b-0242-4a9f-a0da-9c50892cb441" providerId="ADAL" clId="{3C80390B-7826-4E30-8A03-B0C3E2D5384E}" dt="2025-03-10T04:40:04.927" v="74" actId="20577"/>
          <ac:spMkLst>
            <pc:docMk/>
            <pc:sldMk cId="3276734493" sldId="2147482947"/>
            <ac:spMk id="142" creationId="{4733DD4D-8081-B733-08E9-277F206B4FFB}"/>
          </ac:spMkLst>
        </pc:spChg>
        <pc:spChg chg="del">
          <ac:chgData name="Kumar Yerrapathni" userId="3863b97b-0242-4a9f-a0da-9c50892cb441" providerId="ADAL" clId="{3C80390B-7826-4E30-8A03-B0C3E2D5384E}" dt="2025-03-10T04:27:49.883" v="56" actId="478"/>
          <ac:spMkLst>
            <pc:docMk/>
            <pc:sldMk cId="3276734493" sldId="2147482947"/>
            <ac:spMk id="147" creationId="{5B1C090D-78DF-3D8B-51C2-AB9B686FB9D2}"/>
          </ac:spMkLst>
        </pc:spChg>
        <pc:spChg chg="mod">
          <ac:chgData name="Kumar Yerrapathni" userId="3863b97b-0242-4a9f-a0da-9c50892cb441" providerId="ADAL" clId="{3C80390B-7826-4E30-8A03-B0C3E2D5384E}" dt="2025-03-10T21:18:05.396" v="133" actId="20577"/>
          <ac:spMkLst>
            <pc:docMk/>
            <pc:sldMk cId="3276734493" sldId="2147482947"/>
            <ac:spMk id="337" creationId="{B9E435DF-2F00-0BAE-CB43-06419E27357E}"/>
          </ac:spMkLst>
        </pc:spChg>
        <pc:grpChg chg="del">
          <ac:chgData name="Kumar Yerrapathni" userId="3863b97b-0242-4a9f-a0da-9c50892cb441" providerId="ADAL" clId="{3C80390B-7826-4E30-8A03-B0C3E2D5384E}" dt="2025-03-10T04:40:16.253" v="77" actId="478"/>
          <ac:grpSpMkLst>
            <pc:docMk/>
            <pc:sldMk cId="3276734493" sldId="2147482947"/>
            <ac:grpSpMk id="104" creationId="{B5328644-13BC-B2E0-E3EB-EB5D6CBD9270}"/>
          </ac:grpSpMkLst>
        </pc:grpChg>
        <pc:picChg chg="del">
          <ac:chgData name="Kumar Yerrapathni" userId="3863b97b-0242-4a9f-a0da-9c50892cb441" providerId="ADAL" clId="{3C80390B-7826-4E30-8A03-B0C3E2D5384E}" dt="2025-03-10T04:31:47.915" v="65" actId="478"/>
          <ac:picMkLst>
            <pc:docMk/>
            <pc:sldMk cId="3276734493" sldId="2147482947"/>
            <ac:picMk id="18" creationId="{7B70ABF5-328B-034E-BC27-0B0CE4923450}"/>
          </ac:picMkLst>
        </pc:picChg>
        <pc:picChg chg="add del">
          <ac:chgData name="Kumar Yerrapathni" userId="3863b97b-0242-4a9f-a0da-9c50892cb441" providerId="ADAL" clId="{3C80390B-7826-4E30-8A03-B0C3E2D5384E}" dt="2025-03-10T04:31:50.225" v="66" actId="478"/>
          <ac:picMkLst>
            <pc:docMk/>
            <pc:sldMk cId="3276734493" sldId="2147482947"/>
            <ac:picMk id="45" creationId="{B289A3B5-1DE5-2B58-2505-7D495548E7C8}"/>
          </ac:picMkLst>
        </pc:picChg>
        <pc:picChg chg="add del">
          <ac:chgData name="Kumar Yerrapathni" userId="3863b97b-0242-4a9f-a0da-9c50892cb441" providerId="ADAL" clId="{3C80390B-7826-4E30-8A03-B0C3E2D5384E}" dt="2025-03-10T04:30:38.667" v="60" actId="22"/>
          <ac:picMkLst>
            <pc:docMk/>
            <pc:sldMk cId="3276734493" sldId="2147482947"/>
            <ac:picMk id="60" creationId="{DD410DDB-C6EA-58C1-9DC6-740E824C6634}"/>
          </ac:picMkLst>
        </pc:picChg>
        <pc:picChg chg="add mod">
          <ac:chgData name="Kumar Yerrapathni" userId="3863b97b-0242-4a9f-a0da-9c50892cb441" providerId="ADAL" clId="{3C80390B-7826-4E30-8A03-B0C3E2D5384E}" dt="2025-03-10T04:30:49.104" v="62" actId="1076"/>
          <ac:picMkLst>
            <pc:docMk/>
            <pc:sldMk cId="3276734493" sldId="2147482947"/>
            <ac:picMk id="70" creationId="{B19535FE-A5AB-FDDF-5947-3301BFCBDE44}"/>
          </ac:picMkLst>
        </pc:picChg>
        <pc:picChg chg="del mod">
          <ac:chgData name="Kumar Yerrapathni" userId="3863b97b-0242-4a9f-a0da-9c50892cb441" providerId="ADAL" clId="{3C80390B-7826-4E30-8A03-B0C3E2D5384E}" dt="2025-03-10T04:27:40.600" v="54" actId="478"/>
          <ac:picMkLst>
            <pc:docMk/>
            <pc:sldMk cId="3276734493" sldId="2147482947"/>
            <ac:picMk id="145" creationId="{4AB33675-2C4B-D858-6C16-EAE07C1F9FDE}"/>
          </ac:picMkLst>
        </pc:picChg>
        <pc:picChg chg="add mod">
          <ac:chgData name="Kumar Yerrapathni" userId="3863b97b-0242-4a9f-a0da-9c50892cb441" providerId="ADAL" clId="{3C80390B-7826-4E30-8A03-B0C3E2D5384E}" dt="2025-03-10T04:31:37.667" v="64" actId="1076"/>
          <ac:picMkLst>
            <pc:docMk/>
            <pc:sldMk cId="3276734493" sldId="2147482947"/>
            <ac:picMk id="151" creationId="{2B96B2D3-2BB8-EA88-AE4E-D3F802905149}"/>
          </ac:picMkLst>
        </pc:picChg>
        <pc:picChg chg="add mod">
          <ac:chgData name="Kumar Yerrapathni" userId="3863b97b-0242-4a9f-a0da-9c50892cb441" providerId="ADAL" clId="{3C80390B-7826-4E30-8A03-B0C3E2D5384E}" dt="2025-03-10T04:32:28.409" v="71" actId="1076"/>
          <ac:picMkLst>
            <pc:docMk/>
            <pc:sldMk cId="3276734493" sldId="2147482947"/>
            <ac:picMk id="153" creationId="{65B87782-209C-3519-FA3D-4B4590D5539F}"/>
          </ac:picMkLst>
        </pc:picChg>
        <pc:picChg chg="add mod">
          <ac:chgData name="Kumar Yerrapathni" userId="3863b97b-0242-4a9f-a0da-9c50892cb441" providerId="ADAL" clId="{3C80390B-7826-4E30-8A03-B0C3E2D5384E}" dt="2025-03-10T21:17:37.164" v="129" actId="1076"/>
          <ac:picMkLst>
            <pc:docMk/>
            <pc:sldMk cId="3276734493" sldId="2147482947"/>
            <ac:picMk id="154" creationId="{441CA3F1-7B03-8649-8C94-5F2AD9AA16B2}"/>
          </ac:picMkLst>
        </pc:picChg>
        <pc:cxnChg chg="del mod">
          <ac:chgData name="Kumar Yerrapathni" userId="3863b97b-0242-4a9f-a0da-9c50892cb441" providerId="ADAL" clId="{3C80390B-7826-4E30-8A03-B0C3E2D5384E}" dt="2025-03-10T04:31:53.700" v="67" actId="478"/>
          <ac:cxnSpMkLst>
            <pc:docMk/>
            <pc:sldMk cId="3276734493" sldId="2147482947"/>
            <ac:cxnSpMk id="59" creationId="{8FD94DCB-5EE3-24CF-8E6F-2B7AA1C3D782}"/>
          </ac:cxnSpMkLst>
        </pc:cxnChg>
        <pc:cxnChg chg="del">
          <ac:chgData name="Kumar Yerrapathni" userId="3863b97b-0242-4a9f-a0da-9c50892cb441" providerId="ADAL" clId="{3C80390B-7826-4E30-8A03-B0C3E2D5384E}" dt="2025-03-10T04:27:45.016" v="55" actId="478"/>
          <ac:cxnSpMkLst>
            <pc:docMk/>
            <pc:sldMk cId="3276734493" sldId="2147482947"/>
            <ac:cxnSpMk id="80" creationId="{CBE37CBF-B913-EF69-036E-69BF136BEF54}"/>
          </ac:cxnSpMkLst>
        </pc:cxnChg>
        <pc:cxnChg chg="del">
          <ac:chgData name="Kumar Yerrapathni" userId="3863b97b-0242-4a9f-a0da-9c50892cb441" providerId="ADAL" clId="{3C80390B-7826-4E30-8A03-B0C3E2D5384E}" dt="2025-03-10T04:32:01.064" v="68" actId="478"/>
          <ac:cxnSpMkLst>
            <pc:docMk/>
            <pc:sldMk cId="3276734493" sldId="2147482947"/>
            <ac:cxnSpMk id="84" creationId="{62A294E2-AE8C-8E62-4494-6B88D12502DD}"/>
          </ac:cxnSpMkLst>
        </pc:cxnChg>
        <pc:cxnChg chg="del">
          <ac:chgData name="Kumar Yerrapathni" userId="3863b97b-0242-4a9f-a0da-9c50892cb441" providerId="ADAL" clId="{3C80390B-7826-4E30-8A03-B0C3E2D5384E}" dt="2025-03-10T04:34:49.622" v="72" actId="478"/>
          <ac:cxnSpMkLst>
            <pc:docMk/>
            <pc:sldMk cId="3276734493" sldId="2147482947"/>
            <ac:cxnSpMk id="100" creationId="{DF54842D-405F-833D-92A6-B3B4C34BED23}"/>
          </ac:cxnSpMkLst>
        </pc:cxnChg>
      </pc:sldChg>
      <pc:sldChg chg="modSp add del mod ord">
        <pc:chgData name="Kumar Yerrapathni" userId="3863b97b-0242-4a9f-a0da-9c50892cb441" providerId="ADAL" clId="{3C80390B-7826-4E30-8A03-B0C3E2D5384E}" dt="2025-03-30T22:11:03.393" v="12342" actId="14100"/>
        <pc:sldMkLst>
          <pc:docMk/>
          <pc:sldMk cId="3566158456" sldId="2147482947"/>
        </pc:sldMkLst>
        <pc:spChg chg="mod">
          <ac:chgData name="Kumar Yerrapathni" userId="3863b97b-0242-4a9f-a0da-9c50892cb441" providerId="ADAL" clId="{3C80390B-7826-4E30-8A03-B0C3E2D5384E}" dt="2025-03-30T22:11:03.393" v="12342" actId="14100"/>
          <ac:spMkLst>
            <pc:docMk/>
            <pc:sldMk cId="3566158456" sldId="2147482947"/>
            <ac:spMk id="2" creationId="{C30C62AE-B9DE-A8DF-D382-D60EB17A14C9}"/>
          </ac:spMkLst>
        </pc:spChg>
      </pc:sldChg>
      <pc:sldChg chg="add del ord">
        <pc:chgData name="Kumar Yerrapathni" userId="3863b97b-0242-4a9f-a0da-9c50892cb441" providerId="ADAL" clId="{3C80390B-7826-4E30-8A03-B0C3E2D5384E}" dt="2025-03-26T11:52:08.020" v="8022" actId="47"/>
        <pc:sldMkLst>
          <pc:docMk/>
          <pc:sldMk cId="1628846915" sldId="2147482948"/>
        </pc:sldMkLst>
      </pc:sldChg>
      <pc:sldChg chg="add del">
        <pc:chgData name="Kumar Yerrapathni" userId="3863b97b-0242-4a9f-a0da-9c50892cb441" providerId="ADAL" clId="{3C80390B-7826-4E30-8A03-B0C3E2D5384E}" dt="2025-03-10T00:37:41.094" v="39" actId="2696"/>
        <pc:sldMkLst>
          <pc:docMk/>
          <pc:sldMk cId="1846164379" sldId="2147482948"/>
        </pc:sldMkLst>
      </pc:sldChg>
      <pc:sldChg chg="add del ord">
        <pc:chgData name="Kumar Yerrapathni" userId="3863b97b-0242-4a9f-a0da-9c50892cb441" providerId="ADAL" clId="{3C80390B-7826-4E30-8A03-B0C3E2D5384E}" dt="2025-03-27T05:40:59.863" v="8748" actId="47"/>
        <pc:sldMkLst>
          <pc:docMk/>
          <pc:sldMk cId="3484766549" sldId="2147482998"/>
        </pc:sldMkLst>
      </pc:sldChg>
      <pc:sldChg chg="modSp add del mod ord">
        <pc:chgData name="Kumar Yerrapathni" userId="3863b97b-0242-4a9f-a0da-9c50892cb441" providerId="ADAL" clId="{3C80390B-7826-4E30-8A03-B0C3E2D5384E}" dt="2025-03-26T11:52:14.425" v="8024" actId="47"/>
        <pc:sldMkLst>
          <pc:docMk/>
          <pc:sldMk cId="2015657466" sldId="2147483005"/>
        </pc:sldMkLst>
        <pc:spChg chg="mod">
          <ac:chgData name="Kumar Yerrapathni" userId="3863b97b-0242-4a9f-a0da-9c50892cb441" providerId="ADAL" clId="{3C80390B-7826-4E30-8A03-B0C3E2D5384E}" dt="2025-03-16T22:46:14.849" v="1969" actId="255"/>
          <ac:spMkLst>
            <pc:docMk/>
            <pc:sldMk cId="2015657466" sldId="2147483005"/>
            <ac:spMk id="2" creationId="{C9BC75A4-6C79-8EA5-DC48-B24C20747734}"/>
          </ac:spMkLst>
        </pc:spChg>
      </pc:sldChg>
      <pc:sldChg chg="add del">
        <pc:chgData name="Kumar Yerrapathni" userId="3863b97b-0242-4a9f-a0da-9c50892cb441" providerId="ADAL" clId="{3C80390B-7826-4E30-8A03-B0C3E2D5384E}" dt="2025-03-10T00:37:41.094" v="39" actId="2696"/>
        <pc:sldMkLst>
          <pc:docMk/>
          <pc:sldMk cId="2422464553" sldId="2147483005"/>
        </pc:sldMkLst>
      </pc:sldChg>
      <pc:sldChg chg="addSp delSp modSp add del mod modTransition">
        <pc:chgData name="Kumar Yerrapathni" userId="3863b97b-0242-4a9f-a0da-9c50892cb441" providerId="ADAL" clId="{3C80390B-7826-4E30-8A03-B0C3E2D5384E}" dt="2025-03-16T13:47:29.677" v="1432" actId="47"/>
        <pc:sldMkLst>
          <pc:docMk/>
          <pc:sldMk cId="176108261" sldId="2147483006"/>
        </pc:sldMkLst>
        <pc:spChg chg="add mod">
          <ac:chgData name="Kumar Yerrapathni" userId="3863b97b-0242-4a9f-a0da-9c50892cb441" providerId="ADAL" clId="{3C80390B-7826-4E30-8A03-B0C3E2D5384E}" dt="2025-03-13T14:09:07.447" v="498"/>
          <ac:spMkLst>
            <pc:docMk/>
            <pc:sldMk cId="176108261" sldId="2147483006"/>
            <ac:spMk id="2" creationId="{CC3F947A-C7A4-AFF9-7418-E8C52F525EB8}"/>
          </ac:spMkLst>
        </pc:spChg>
        <pc:spChg chg="add mod">
          <ac:chgData name="Kumar Yerrapathni" userId="3863b97b-0242-4a9f-a0da-9c50892cb441" providerId="ADAL" clId="{3C80390B-7826-4E30-8A03-B0C3E2D5384E}" dt="2025-03-13T21:17:03.321" v="1219" actId="6549"/>
          <ac:spMkLst>
            <pc:docMk/>
            <pc:sldMk cId="176108261" sldId="2147483006"/>
            <ac:spMk id="3" creationId="{D0F3FAF5-82A2-E3C4-4175-C0B3572F428C}"/>
          </ac:spMkLst>
        </pc:spChg>
        <pc:spChg chg="del">
          <ac:chgData name="Kumar Yerrapathni" userId="3863b97b-0242-4a9f-a0da-9c50892cb441" providerId="ADAL" clId="{3C80390B-7826-4E30-8A03-B0C3E2D5384E}" dt="2025-03-13T14:09:06.309" v="497" actId="478"/>
          <ac:spMkLst>
            <pc:docMk/>
            <pc:sldMk cId="176108261" sldId="2147483006"/>
            <ac:spMk id="4" creationId="{D8A6F36F-1307-55B3-B807-3C48674DCB19}"/>
          </ac:spMkLst>
        </pc:spChg>
        <pc:graphicFrameChg chg="add mod modGraphic">
          <ac:chgData name="Kumar Yerrapathni" userId="3863b97b-0242-4a9f-a0da-9c50892cb441" providerId="ADAL" clId="{3C80390B-7826-4E30-8A03-B0C3E2D5384E}" dt="2025-03-13T21:17:31.327" v="1229" actId="255"/>
          <ac:graphicFrameMkLst>
            <pc:docMk/>
            <pc:sldMk cId="176108261" sldId="2147483006"/>
            <ac:graphicFrameMk id="5" creationId="{5E76E9D4-8535-A314-4D64-5EA4215892FE}"/>
          </ac:graphicFrameMkLst>
        </pc:graphicFrameChg>
        <pc:graphicFrameChg chg="del mod">
          <ac:chgData name="Kumar Yerrapathni" userId="3863b97b-0242-4a9f-a0da-9c50892cb441" providerId="ADAL" clId="{3C80390B-7826-4E30-8A03-B0C3E2D5384E}" dt="2025-03-13T14:11:02.865" v="536" actId="478"/>
          <ac:graphicFrameMkLst>
            <pc:docMk/>
            <pc:sldMk cId="176108261" sldId="2147483006"/>
            <ac:graphicFrameMk id="7" creationId="{1B5689F1-EBE8-7355-E087-C92762B2140B}"/>
          </ac:graphicFrameMkLst>
        </pc:graphicFrameChg>
      </pc:sldChg>
      <pc:sldChg chg="add del ord">
        <pc:chgData name="Kumar Yerrapathni" userId="3863b97b-0242-4a9f-a0da-9c50892cb441" providerId="ADAL" clId="{3C80390B-7826-4E30-8A03-B0C3E2D5384E}" dt="2025-03-26T11:51:46.087" v="8018" actId="47"/>
        <pc:sldMkLst>
          <pc:docMk/>
          <pc:sldMk cId="1576300560" sldId="2147483007"/>
        </pc:sldMkLst>
      </pc:sldChg>
      <pc:sldChg chg="modSp add del mod ord setBg">
        <pc:chgData name="Kumar Yerrapathni" userId="3863b97b-0242-4a9f-a0da-9c50892cb441" providerId="ADAL" clId="{3C80390B-7826-4E30-8A03-B0C3E2D5384E}" dt="2025-03-25T22:39:42.510" v="6590" actId="47"/>
        <pc:sldMkLst>
          <pc:docMk/>
          <pc:sldMk cId="547404548" sldId="2147483019"/>
        </pc:sldMkLst>
        <pc:graphicFrameChg chg="mod modGraphic">
          <ac:chgData name="Kumar Yerrapathni" userId="3863b97b-0242-4a9f-a0da-9c50892cb441" providerId="ADAL" clId="{3C80390B-7826-4E30-8A03-B0C3E2D5384E}" dt="2025-03-10T05:19:55.727" v="87" actId="1076"/>
          <ac:graphicFrameMkLst>
            <pc:docMk/>
            <pc:sldMk cId="547404548" sldId="2147483019"/>
            <ac:graphicFrameMk id="4" creationId="{922E4576-6AE7-17B9-E2DB-5151D98F923C}"/>
          </ac:graphicFrameMkLst>
        </pc:graphicFrameChg>
      </pc:sldChg>
      <pc:sldChg chg="addSp delSp modSp new del mod">
        <pc:chgData name="Kumar Yerrapathni" userId="3863b97b-0242-4a9f-a0da-9c50892cb441" providerId="ADAL" clId="{3C80390B-7826-4E30-8A03-B0C3E2D5384E}" dt="2025-03-13T14:36:03.875" v="633" actId="47"/>
        <pc:sldMkLst>
          <pc:docMk/>
          <pc:sldMk cId="2499035444" sldId="2147483020"/>
        </pc:sldMkLst>
        <pc:spChg chg="del">
          <ac:chgData name="Kumar Yerrapathni" userId="3863b97b-0242-4a9f-a0da-9c50892cb441" providerId="ADAL" clId="{3C80390B-7826-4E30-8A03-B0C3E2D5384E}" dt="2025-03-10T05:21:27.793" v="90" actId="478"/>
          <ac:spMkLst>
            <pc:docMk/>
            <pc:sldMk cId="2499035444" sldId="2147483020"/>
            <ac:spMk id="2" creationId="{3D103D35-5A21-9D23-903C-7DFF64646674}"/>
          </ac:spMkLst>
        </pc:spChg>
        <pc:spChg chg="del">
          <ac:chgData name="Kumar Yerrapathni" userId="3863b97b-0242-4a9f-a0da-9c50892cb441" providerId="ADAL" clId="{3C80390B-7826-4E30-8A03-B0C3E2D5384E}" dt="2025-03-10T05:21:21.076" v="89" actId="22"/>
          <ac:spMkLst>
            <pc:docMk/>
            <pc:sldMk cId="2499035444" sldId="2147483020"/>
            <ac:spMk id="3" creationId="{2E8B02B6-F2D8-5FCA-376A-8E387F9B671D}"/>
          </ac:spMkLst>
        </pc:spChg>
        <pc:spChg chg="add mod">
          <ac:chgData name="Kumar Yerrapathni" userId="3863b97b-0242-4a9f-a0da-9c50892cb441" providerId="ADAL" clId="{3C80390B-7826-4E30-8A03-B0C3E2D5384E}" dt="2025-03-10T05:21:43.466" v="91"/>
          <ac:spMkLst>
            <pc:docMk/>
            <pc:sldMk cId="2499035444" sldId="2147483020"/>
            <ac:spMk id="6" creationId="{91841DD0-CF31-E239-B9D1-CAC14A96E763}"/>
          </ac:spMkLst>
        </pc:spChg>
        <pc:spChg chg="add mod">
          <ac:chgData name="Kumar Yerrapathni" userId="3863b97b-0242-4a9f-a0da-9c50892cb441" providerId="ADAL" clId="{3C80390B-7826-4E30-8A03-B0C3E2D5384E}" dt="2025-03-10T05:21:56.793" v="100" actId="20577"/>
          <ac:spMkLst>
            <pc:docMk/>
            <pc:sldMk cId="2499035444" sldId="2147483020"/>
            <ac:spMk id="7" creationId="{8D3238D8-AEFB-C461-DFA2-39BF796FD6F9}"/>
          </ac:spMkLst>
        </pc:spChg>
        <pc:picChg chg="add mod ord">
          <ac:chgData name="Kumar Yerrapathni" userId="3863b97b-0242-4a9f-a0da-9c50892cb441" providerId="ADAL" clId="{3C80390B-7826-4E30-8A03-B0C3E2D5384E}" dt="2025-03-10T05:22:09.602" v="103" actId="14100"/>
          <ac:picMkLst>
            <pc:docMk/>
            <pc:sldMk cId="2499035444" sldId="2147483020"/>
            <ac:picMk id="5" creationId="{2B8D5B20-2511-E519-8A78-6685E521FBBD}"/>
          </ac:picMkLst>
        </pc:picChg>
      </pc:sldChg>
      <pc:sldChg chg="add del ord">
        <pc:chgData name="Kumar Yerrapathni" userId="3863b97b-0242-4a9f-a0da-9c50892cb441" providerId="ADAL" clId="{3C80390B-7826-4E30-8A03-B0C3E2D5384E}" dt="2025-03-26T11:51:52.437" v="8020" actId="47"/>
        <pc:sldMkLst>
          <pc:docMk/>
          <pc:sldMk cId="67275451" sldId="2147483021"/>
        </pc:sldMkLst>
      </pc:sldChg>
      <pc:sldChg chg="add del ord">
        <pc:chgData name="Kumar Yerrapathni" userId="3863b97b-0242-4a9f-a0da-9c50892cb441" providerId="ADAL" clId="{3C80390B-7826-4E30-8A03-B0C3E2D5384E}" dt="2025-03-25T22:18:59.685" v="6589" actId="47"/>
        <pc:sldMkLst>
          <pc:docMk/>
          <pc:sldMk cId="4113648804" sldId="2147483022"/>
        </pc:sldMkLst>
      </pc:sldChg>
      <pc:sldChg chg="addSp delSp modSp add del mod ord modTransition modClrScheme chgLayout">
        <pc:chgData name="Kumar Yerrapathni" userId="3863b97b-0242-4a9f-a0da-9c50892cb441" providerId="ADAL" clId="{3C80390B-7826-4E30-8A03-B0C3E2D5384E}" dt="2025-03-27T05:41:51.599" v="8750" actId="47"/>
        <pc:sldMkLst>
          <pc:docMk/>
          <pc:sldMk cId="3874768456" sldId="2147483023"/>
        </pc:sldMkLst>
        <pc:spChg chg="del mod ord">
          <ac:chgData name="Kumar Yerrapathni" userId="3863b97b-0242-4a9f-a0da-9c50892cb441" providerId="ADAL" clId="{3C80390B-7826-4E30-8A03-B0C3E2D5384E}" dt="2025-03-13T15:01:24.323" v="976" actId="478"/>
          <ac:spMkLst>
            <pc:docMk/>
            <pc:sldMk cId="3874768456" sldId="2147483023"/>
            <ac:spMk id="2" creationId="{320D3B11-37C8-4823-8A9D-3E0BEE51CDB3}"/>
          </ac:spMkLst>
        </pc:spChg>
        <pc:spChg chg="add mod">
          <ac:chgData name="Kumar Yerrapathni" userId="3863b97b-0242-4a9f-a0da-9c50892cb441" providerId="ADAL" clId="{3C80390B-7826-4E30-8A03-B0C3E2D5384E}" dt="2025-03-17T00:59:14.063" v="2220" actId="404"/>
          <ac:spMkLst>
            <pc:docMk/>
            <pc:sldMk cId="3874768456" sldId="2147483023"/>
            <ac:spMk id="2" creationId="{42585CEC-5E60-53C3-D620-6C324F5B30CD}"/>
          </ac:spMkLst>
        </pc:spChg>
        <pc:spChg chg="del">
          <ac:chgData name="Kumar Yerrapathni" userId="3863b97b-0242-4a9f-a0da-9c50892cb441" providerId="ADAL" clId="{3C80390B-7826-4E30-8A03-B0C3E2D5384E}" dt="2025-03-13T14:54:00.227" v="827" actId="478"/>
          <ac:spMkLst>
            <pc:docMk/>
            <pc:sldMk cId="3874768456" sldId="2147483023"/>
            <ac:spMk id="3" creationId="{B1804666-B831-4880-81FB-E6BFF124660C}"/>
          </ac:spMkLst>
        </pc:spChg>
        <pc:spChg chg="add del mod">
          <ac:chgData name="Kumar Yerrapathni" userId="3863b97b-0242-4a9f-a0da-9c50892cb441" providerId="ADAL" clId="{3C80390B-7826-4E30-8A03-B0C3E2D5384E}" dt="2025-03-13T14:54:04.407" v="828" actId="478"/>
          <ac:spMkLst>
            <pc:docMk/>
            <pc:sldMk cId="3874768456" sldId="2147483023"/>
            <ac:spMk id="5" creationId="{87FA153E-241A-092C-B511-9AB73844D63B}"/>
          </ac:spMkLst>
        </pc:spChg>
        <pc:spChg chg="add del">
          <ac:chgData name="Kumar Yerrapathni" userId="3863b97b-0242-4a9f-a0da-9c50892cb441" providerId="ADAL" clId="{3C80390B-7826-4E30-8A03-B0C3E2D5384E}" dt="2025-03-13T14:54:59.406" v="841" actId="26606"/>
          <ac:spMkLst>
            <pc:docMk/>
            <pc:sldMk cId="3874768456" sldId="2147483023"/>
            <ac:spMk id="9" creationId="{6CFCEBB1-425C-E646-128B-0C13688DE667}"/>
          </ac:spMkLst>
        </pc:spChg>
        <pc:spChg chg="add del">
          <ac:chgData name="Kumar Yerrapathni" userId="3863b97b-0242-4a9f-a0da-9c50892cb441" providerId="ADAL" clId="{3C80390B-7826-4E30-8A03-B0C3E2D5384E}" dt="2025-03-13T14:54:59.406" v="841" actId="26606"/>
          <ac:spMkLst>
            <pc:docMk/>
            <pc:sldMk cId="3874768456" sldId="2147483023"/>
            <ac:spMk id="10" creationId="{FFC29CB3-1E79-B7E7-3DFE-274C1E522F14}"/>
          </ac:spMkLst>
        </pc:spChg>
        <pc:spChg chg="add del">
          <ac:chgData name="Kumar Yerrapathni" userId="3863b97b-0242-4a9f-a0da-9c50892cb441" providerId="ADAL" clId="{3C80390B-7826-4E30-8A03-B0C3E2D5384E}" dt="2025-03-13T14:54:59.406" v="841" actId="26606"/>
          <ac:spMkLst>
            <pc:docMk/>
            <pc:sldMk cId="3874768456" sldId="2147483023"/>
            <ac:spMk id="11" creationId="{95C42FF6-4FD0-33FB-14E5-0037BC52BD04}"/>
          </ac:spMkLst>
        </pc:spChg>
        <pc:spChg chg="add del mod">
          <ac:chgData name="Kumar Yerrapathni" userId="3863b97b-0242-4a9f-a0da-9c50892cb441" providerId="ADAL" clId="{3C80390B-7826-4E30-8A03-B0C3E2D5384E}" dt="2025-03-13T14:54:38.120" v="833" actId="26606"/>
          <ac:spMkLst>
            <pc:docMk/>
            <pc:sldMk cId="3874768456" sldId="2147483023"/>
            <ac:spMk id="12" creationId="{707BC661-3EA9-B1CE-4332-07FAC09743F7}"/>
          </ac:spMkLst>
        </pc:spChg>
        <pc:spChg chg="add del">
          <ac:chgData name="Kumar Yerrapathni" userId="3863b97b-0242-4a9f-a0da-9c50892cb441" providerId="ADAL" clId="{3C80390B-7826-4E30-8A03-B0C3E2D5384E}" dt="2025-03-13T14:54:59.406" v="841" actId="26606"/>
          <ac:spMkLst>
            <pc:docMk/>
            <pc:sldMk cId="3874768456" sldId="2147483023"/>
            <ac:spMk id="13" creationId="{D46B6707-C2EC-D6DD-F112-AF7B4ABE1E84}"/>
          </ac:spMkLst>
        </pc:spChg>
        <pc:spChg chg="add del mod">
          <ac:chgData name="Kumar Yerrapathni" userId="3863b97b-0242-4a9f-a0da-9c50892cb441" providerId="ADAL" clId="{3C80390B-7826-4E30-8A03-B0C3E2D5384E}" dt="2025-03-13T14:54:38.120" v="833" actId="26606"/>
          <ac:spMkLst>
            <pc:docMk/>
            <pc:sldMk cId="3874768456" sldId="2147483023"/>
            <ac:spMk id="14" creationId="{4E2C1665-ED0C-64E7-695C-C660279B9CA4}"/>
          </ac:spMkLst>
        </pc:spChg>
        <pc:spChg chg="add del">
          <ac:chgData name="Kumar Yerrapathni" userId="3863b97b-0242-4a9f-a0da-9c50892cb441" providerId="ADAL" clId="{3C80390B-7826-4E30-8A03-B0C3E2D5384E}" dt="2025-03-13T14:55:08.240" v="843" actId="26606"/>
          <ac:spMkLst>
            <pc:docMk/>
            <pc:sldMk cId="3874768456" sldId="2147483023"/>
            <ac:spMk id="15" creationId="{81908D9C-9224-426A-9E3D-5907B72CEF06}"/>
          </ac:spMkLst>
        </pc:spChg>
        <pc:spChg chg="add del mod">
          <ac:chgData name="Kumar Yerrapathni" userId="3863b97b-0242-4a9f-a0da-9c50892cb441" providerId="ADAL" clId="{3C80390B-7826-4E30-8A03-B0C3E2D5384E}" dt="2025-03-13T14:54:38.120" v="833" actId="26606"/>
          <ac:spMkLst>
            <pc:docMk/>
            <pc:sldMk cId="3874768456" sldId="2147483023"/>
            <ac:spMk id="16" creationId="{B90522CF-BA8D-3BCC-E058-983B06E5858E}"/>
          </ac:spMkLst>
        </pc:spChg>
        <pc:spChg chg="add del">
          <ac:chgData name="Kumar Yerrapathni" userId="3863b97b-0242-4a9f-a0da-9c50892cb441" providerId="ADAL" clId="{3C80390B-7826-4E30-8A03-B0C3E2D5384E}" dt="2025-03-13T14:55:08.240" v="843" actId="26606"/>
          <ac:spMkLst>
            <pc:docMk/>
            <pc:sldMk cId="3874768456" sldId="2147483023"/>
            <ac:spMk id="17" creationId="{19096DEE-02DA-47ED-878A-3A6704FD6308}"/>
          </ac:spMkLst>
        </pc:spChg>
        <pc:spChg chg="add del mod">
          <ac:chgData name="Kumar Yerrapathni" userId="3863b97b-0242-4a9f-a0da-9c50892cb441" providerId="ADAL" clId="{3C80390B-7826-4E30-8A03-B0C3E2D5384E}" dt="2025-03-13T14:54:40.545" v="835" actId="26606"/>
          <ac:spMkLst>
            <pc:docMk/>
            <pc:sldMk cId="3874768456" sldId="2147483023"/>
            <ac:spMk id="18" creationId="{C174935A-81E8-45E4-9954-C005681492F9}"/>
          </ac:spMkLst>
        </pc:spChg>
        <pc:spChg chg="add del mod">
          <ac:chgData name="Kumar Yerrapathni" userId="3863b97b-0242-4a9f-a0da-9c50892cb441" providerId="ADAL" clId="{3C80390B-7826-4E30-8A03-B0C3E2D5384E}" dt="2025-03-13T14:54:40.545" v="835" actId="26606"/>
          <ac:spMkLst>
            <pc:docMk/>
            <pc:sldMk cId="3874768456" sldId="2147483023"/>
            <ac:spMk id="19" creationId="{6B5D1E63-4141-1287-A195-57B46B526D77}"/>
          </ac:spMkLst>
        </pc:spChg>
        <pc:spChg chg="add del mod">
          <ac:chgData name="Kumar Yerrapathni" userId="3863b97b-0242-4a9f-a0da-9c50892cb441" providerId="ADAL" clId="{3C80390B-7826-4E30-8A03-B0C3E2D5384E}" dt="2025-03-13T14:54:40.545" v="835" actId="26606"/>
          <ac:spMkLst>
            <pc:docMk/>
            <pc:sldMk cId="3874768456" sldId="2147483023"/>
            <ac:spMk id="20" creationId="{8417B187-DE14-0EB3-BB2B-605C4381593B}"/>
          </ac:spMkLst>
        </pc:spChg>
        <pc:spChg chg="add del">
          <ac:chgData name="Kumar Yerrapathni" userId="3863b97b-0242-4a9f-a0da-9c50892cb441" providerId="ADAL" clId="{3C80390B-7826-4E30-8A03-B0C3E2D5384E}" dt="2025-03-13T14:55:08.240" v="843" actId="26606"/>
          <ac:spMkLst>
            <pc:docMk/>
            <pc:sldMk cId="3874768456" sldId="2147483023"/>
            <ac:spMk id="21" creationId="{05B64C4E-40B8-1E12-4544-8D8ACE17FE75}"/>
          </ac:spMkLst>
        </pc:spChg>
        <pc:spChg chg="add del mod">
          <ac:chgData name="Kumar Yerrapathni" userId="3863b97b-0242-4a9f-a0da-9c50892cb441" providerId="ADAL" clId="{3C80390B-7826-4E30-8A03-B0C3E2D5384E}" dt="2025-03-13T14:54:48.048" v="837" actId="26606"/>
          <ac:spMkLst>
            <pc:docMk/>
            <pc:sldMk cId="3874768456" sldId="2147483023"/>
            <ac:spMk id="22" creationId="{DCBEEEBB-65A9-C517-2274-A9F8306260C3}"/>
          </ac:spMkLst>
        </pc:spChg>
        <pc:spChg chg="add del mod">
          <ac:chgData name="Kumar Yerrapathni" userId="3863b97b-0242-4a9f-a0da-9c50892cb441" providerId="ADAL" clId="{3C80390B-7826-4E30-8A03-B0C3E2D5384E}" dt="2025-03-13T14:54:48.048" v="837" actId="26606"/>
          <ac:spMkLst>
            <pc:docMk/>
            <pc:sldMk cId="3874768456" sldId="2147483023"/>
            <ac:spMk id="23" creationId="{3886E8E2-9734-F1CA-1E3F-19AEC9CF576A}"/>
          </ac:spMkLst>
        </pc:spChg>
        <pc:spChg chg="add del mod">
          <ac:chgData name="Kumar Yerrapathni" userId="3863b97b-0242-4a9f-a0da-9c50892cb441" providerId="ADAL" clId="{3C80390B-7826-4E30-8A03-B0C3E2D5384E}" dt="2025-03-13T14:54:48.048" v="837" actId="26606"/>
          <ac:spMkLst>
            <pc:docMk/>
            <pc:sldMk cId="3874768456" sldId="2147483023"/>
            <ac:spMk id="24" creationId="{A046064D-8E14-4E0E-FD51-2435BFC2F747}"/>
          </ac:spMkLst>
        </pc:spChg>
        <pc:spChg chg="add del mod">
          <ac:chgData name="Kumar Yerrapathni" userId="3863b97b-0242-4a9f-a0da-9c50892cb441" providerId="ADAL" clId="{3C80390B-7826-4E30-8A03-B0C3E2D5384E}" dt="2025-03-13T14:54:48.048" v="837" actId="26606"/>
          <ac:spMkLst>
            <pc:docMk/>
            <pc:sldMk cId="3874768456" sldId="2147483023"/>
            <ac:spMk id="25" creationId="{C14224D8-463F-FD1F-58B4-EDA41C3B0041}"/>
          </ac:spMkLst>
        </pc:spChg>
        <pc:spChg chg="add del mod">
          <ac:chgData name="Kumar Yerrapathni" userId="3863b97b-0242-4a9f-a0da-9c50892cb441" providerId="ADAL" clId="{3C80390B-7826-4E30-8A03-B0C3E2D5384E}" dt="2025-03-13T14:54:48.048" v="837" actId="26606"/>
          <ac:spMkLst>
            <pc:docMk/>
            <pc:sldMk cId="3874768456" sldId="2147483023"/>
            <ac:spMk id="26" creationId="{DA40C3C3-A13F-E10B-C3A2-4F18097FA0A2}"/>
          </ac:spMkLst>
        </pc:spChg>
        <pc:spChg chg="add del">
          <ac:chgData name="Kumar Yerrapathni" userId="3863b97b-0242-4a9f-a0da-9c50892cb441" providerId="ADAL" clId="{3C80390B-7826-4E30-8A03-B0C3E2D5384E}" dt="2025-03-13T14:55:08.240" v="843" actId="26606"/>
          <ac:spMkLst>
            <pc:docMk/>
            <pc:sldMk cId="3874768456" sldId="2147483023"/>
            <ac:spMk id="27" creationId="{1BC55260-F1AD-83A8-0809-8985777739CC}"/>
          </ac:spMkLst>
        </pc:spChg>
        <pc:spChg chg="add del mod">
          <ac:chgData name="Kumar Yerrapathni" userId="3863b97b-0242-4a9f-a0da-9c50892cb441" providerId="ADAL" clId="{3C80390B-7826-4E30-8A03-B0C3E2D5384E}" dt="2025-03-13T15:01:29.790" v="977" actId="478"/>
          <ac:spMkLst>
            <pc:docMk/>
            <pc:sldMk cId="3874768456" sldId="2147483023"/>
            <ac:spMk id="28" creationId="{E4D4F94D-66E1-2C6A-BCFF-7DAD3BF675B2}"/>
          </ac:spMkLst>
        </pc:spChg>
        <pc:spChg chg="add mod">
          <ac:chgData name="Kumar Yerrapathni" userId="3863b97b-0242-4a9f-a0da-9c50892cb441" providerId="ADAL" clId="{3C80390B-7826-4E30-8A03-B0C3E2D5384E}" dt="2025-03-16T14:06:18.720" v="1726" actId="1037"/>
          <ac:spMkLst>
            <pc:docMk/>
            <pc:sldMk cId="3874768456" sldId="2147483023"/>
            <ac:spMk id="29" creationId="{F77D6F69-641C-5B64-8F5F-2F075CD5FFE3}"/>
          </ac:spMkLst>
        </pc:spChg>
        <pc:picChg chg="add mod">
          <ac:chgData name="Kumar Yerrapathni" userId="3863b97b-0242-4a9f-a0da-9c50892cb441" providerId="ADAL" clId="{3C80390B-7826-4E30-8A03-B0C3E2D5384E}" dt="2025-03-17T00:54:19.183" v="2153" actId="1037"/>
          <ac:picMkLst>
            <pc:docMk/>
            <pc:sldMk cId="3874768456" sldId="2147483023"/>
            <ac:picMk id="3" creationId="{80B2C30E-B58F-F231-41C1-92DEB1B9EA44}"/>
          </ac:picMkLst>
        </pc:picChg>
        <pc:picChg chg="add del mod">
          <ac:chgData name="Kumar Yerrapathni" userId="3863b97b-0242-4a9f-a0da-9c50892cb441" providerId="ADAL" clId="{3C80390B-7826-4E30-8A03-B0C3E2D5384E}" dt="2025-03-16T22:38:45.090" v="1943" actId="478"/>
          <ac:picMkLst>
            <pc:docMk/>
            <pc:sldMk cId="3874768456" sldId="2147483023"/>
            <ac:picMk id="7" creationId="{AADA2384-8270-B628-1DB5-D0A31360E0F8}"/>
          </ac:picMkLst>
        </pc:picChg>
      </pc:sldChg>
      <pc:sldChg chg="add del">
        <pc:chgData name="Kumar Yerrapathni" userId="3863b97b-0242-4a9f-a0da-9c50892cb441" providerId="ADAL" clId="{3C80390B-7826-4E30-8A03-B0C3E2D5384E}" dt="2025-03-13T14:54:09.483" v="830"/>
        <pc:sldMkLst>
          <pc:docMk/>
          <pc:sldMk cId="651528937" sldId="2147483024"/>
        </pc:sldMkLst>
      </pc:sldChg>
      <pc:sldChg chg="modSp add del mod">
        <pc:chgData name="Kumar Yerrapathni" userId="3863b97b-0242-4a9f-a0da-9c50892cb441" providerId="ADAL" clId="{3C80390B-7826-4E30-8A03-B0C3E2D5384E}" dt="2025-03-16T13:48:15.277" v="1439" actId="47"/>
        <pc:sldMkLst>
          <pc:docMk/>
          <pc:sldMk cId="3812544909" sldId="2147483024"/>
        </pc:sldMkLst>
        <pc:spChg chg="mod">
          <ac:chgData name="Kumar Yerrapathni" userId="3863b97b-0242-4a9f-a0da-9c50892cb441" providerId="ADAL" clId="{3C80390B-7826-4E30-8A03-B0C3E2D5384E}" dt="2025-03-13T14:57:41.467" v="902" actId="20577"/>
          <ac:spMkLst>
            <pc:docMk/>
            <pc:sldMk cId="3812544909" sldId="2147483024"/>
            <ac:spMk id="3" creationId="{D0F3FAF5-82A2-E3C4-4175-C0B3572F428C}"/>
          </ac:spMkLst>
        </pc:spChg>
        <pc:graphicFrameChg chg="mod modGraphic">
          <ac:chgData name="Kumar Yerrapathni" userId="3863b97b-0242-4a9f-a0da-9c50892cb441" providerId="ADAL" clId="{3C80390B-7826-4E30-8A03-B0C3E2D5384E}" dt="2025-03-14T04:35:36.445" v="1302" actId="20577"/>
          <ac:graphicFrameMkLst>
            <pc:docMk/>
            <pc:sldMk cId="3812544909" sldId="2147483024"/>
            <ac:graphicFrameMk id="5" creationId="{5E76E9D4-8535-A314-4D64-5EA4215892FE}"/>
          </ac:graphicFrameMkLst>
        </pc:graphicFrameChg>
      </pc:sldChg>
      <pc:sldChg chg="add del ord">
        <pc:chgData name="Kumar Yerrapathni" userId="3863b97b-0242-4a9f-a0da-9c50892cb441" providerId="ADAL" clId="{3C80390B-7826-4E30-8A03-B0C3E2D5384E}" dt="2025-03-25T22:11:47.446" v="6585" actId="47"/>
        <pc:sldMkLst>
          <pc:docMk/>
          <pc:sldMk cId="2634671426" sldId="2147483025"/>
        </pc:sldMkLst>
      </pc:sldChg>
      <pc:sldChg chg="modSp add del mod">
        <pc:chgData name="Kumar Yerrapathni" userId="3863b97b-0242-4a9f-a0da-9c50892cb441" providerId="ADAL" clId="{3C80390B-7826-4E30-8A03-B0C3E2D5384E}" dt="2025-03-16T13:54:51.155" v="1526" actId="47"/>
        <pc:sldMkLst>
          <pc:docMk/>
          <pc:sldMk cId="2353238524" sldId="2147483026"/>
        </pc:sldMkLst>
        <pc:spChg chg="mod">
          <ac:chgData name="Kumar Yerrapathni" userId="3863b97b-0242-4a9f-a0da-9c50892cb441" providerId="ADAL" clId="{3C80390B-7826-4E30-8A03-B0C3E2D5384E}" dt="2025-03-16T13:44:16.734" v="1379" actId="6549"/>
          <ac:spMkLst>
            <pc:docMk/>
            <pc:sldMk cId="2353238524" sldId="2147483026"/>
            <ac:spMk id="2" creationId="{ED4E8028-F90C-09C5-E2B2-F373A28614BA}"/>
          </ac:spMkLst>
        </pc:spChg>
      </pc:sldChg>
      <pc:sldChg chg="addSp delSp modSp add del mod">
        <pc:chgData name="Kumar Yerrapathni" userId="3863b97b-0242-4a9f-a0da-9c50892cb441" providerId="ADAL" clId="{3C80390B-7826-4E30-8A03-B0C3E2D5384E}" dt="2025-03-25T12:24:28.762" v="3849" actId="47"/>
        <pc:sldMkLst>
          <pc:docMk/>
          <pc:sldMk cId="3600684445" sldId="2147483027"/>
        </pc:sldMkLst>
        <pc:spChg chg="mod">
          <ac:chgData name="Kumar Yerrapathni" userId="3863b97b-0242-4a9f-a0da-9c50892cb441" providerId="ADAL" clId="{3C80390B-7826-4E30-8A03-B0C3E2D5384E}" dt="2025-03-16T22:45:04.492" v="1965" actId="255"/>
          <ac:spMkLst>
            <pc:docMk/>
            <pc:sldMk cId="3600684445" sldId="2147483027"/>
            <ac:spMk id="2" creationId="{320D3B11-37C8-4823-8A9D-3E0BEE51CDB3}"/>
          </ac:spMkLst>
        </pc:spChg>
        <pc:spChg chg="del mod">
          <ac:chgData name="Kumar Yerrapathni" userId="3863b97b-0242-4a9f-a0da-9c50892cb441" providerId="ADAL" clId="{3C80390B-7826-4E30-8A03-B0C3E2D5384E}" dt="2025-03-16T13:45:45.981" v="1391" actId="478"/>
          <ac:spMkLst>
            <pc:docMk/>
            <pc:sldMk cId="3600684445" sldId="2147483027"/>
            <ac:spMk id="3" creationId="{B1804666-B831-4880-81FB-E6BFF124660C}"/>
          </ac:spMkLst>
        </pc:spChg>
        <pc:graphicFrameChg chg="add mod modGraphic">
          <ac:chgData name="Kumar Yerrapathni" userId="3863b97b-0242-4a9f-a0da-9c50892cb441" providerId="ADAL" clId="{3C80390B-7826-4E30-8A03-B0C3E2D5384E}" dt="2025-03-25T12:08:05.668" v="3627" actId="108"/>
          <ac:graphicFrameMkLst>
            <pc:docMk/>
            <pc:sldMk cId="3600684445" sldId="2147483027"/>
            <ac:graphicFrameMk id="3" creationId="{1BFE651F-8BE1-5A06-AA17-65D49A3390A8}"/>
          </ac:graphicFrameMkLst>
        </pc:graphicFrameChg>
        <pc:graphicFrameChg chg="add mod">
          <ac:chgData name="Kumar Yerrapathni" userId="3863b97b-0242-4a9f-a0da-9c50892cb441" providerId="ADAL" clId="{3C80390B-7826-4E30-8A03-B0C3E2D5384E}" dt="2025-03-16T13:46:21.274" v="1395"/>
          <ac:graphicFrameMkLst>
            <pc:docMk/>
            <pc:sldMk cId="3600684445" sldId="2147483027"/>
            <ac:graphicFrameMk id="4" creationId="{C6BBAD3F-A9A1-CF4F-3BA5-D32EB6F3FD11}"/>
          </ac:graphicFrameMkLst>
        </pc:graphicFrameChg>
        <pc:graphicFrameChg chg="add del mod modGraphic">
          <ac:chgData name="Kumar Yerrapathni" userId="3863b97b-0242-4a9f-a0da-9c50892cb441" providerId="ADAL" clId="{3C80390B-7826-4E30-8A03-B0C3E2D5384E}" dt="2025-03-25T11:57:41.339" v="3293" actId="478"/>
          <ac:graphicFrameMkLst>
            <pc:docMk/>
            <pc:sldMk cId="3600684445" sldId="2147483027"/>
            <ac:graphicFrameMk id="5" creationId="{F562F934-9A5E-F789-DEC2-79CB8D631AB0}"/>
          </ac:graphicFrameMkLst>
        </pc:graphicFrameChg>
      </pc:sldChg>
      <pc:sldChg chg="addSp delSp modSp add del mod">
        <pc:chgData name="Kumar Yerrapathni" userId="3863b97b-0242-4a9f-a0da-9c50892cb441" providerId="ADAL" clId="{3C80390B-7826-4E30-8A03-B0C3E2D5384E}" dt="2025-03-30T13:46:06.403" v="12000" actId="47"/>
        <pc:sldMkLst>
          <pc:docMk/>
          <pc:sldMk cId="1443920812" sldId="2147483028"/>
        </pc:sldMkLst>
        <pc:spChg chg="mod">
          <ac:chgData name="Kumar Yerrapathni" userId="3863b97b-0242-4a9f-a0da-9c50892cb441" providerId="ADAL" clId="{3C80390B-7826-4E30-8A03-B0C3E2D5384E}" dt="2025-03-25T12:21:19.511" v="3791" actId="27636"/>
          <ac:spMkLst>
            <pc:docMk/>
            <pc:sldMk cId="1443920812" sldId="2147483028"/>
            <ac:spMk id="2" creationId="{320D3B11-37C8-4823-8A9D-3E0BEE51CDB3}"/>
          </ac:spMkLst>
        </pc:spChg>
        <pc:spChg chg="add mod">
          <ac:chgData name="Kumar Yerrapathni" userId="3863b97b-0242-4a9f-a0da-9c50892cb441" providerId="ADAL" clId="{3C80390B-7826-4E30-8A03-B0C3E2D5384E}" dt="2025-03-25T22:40:59.122" v="6591" actId="6549"/>
          <ac:spMkLst>
            <pc:docMk/>
            <pc:sldMk cId="1443920812" sldId="2147483028"/>
            <ac:spMk id="5" creationId="{0D573EF2-FCAD-84B6-A373-8FF5E14B308C}"/>
          </ac:spMkLst>
        </pc:spChg>
        <pc:graphicFrameChg chg="add mod">
          <ac:chgData name="Kumar Yerrapathni" userId="3863b97b-0242-4a9f-a0da-9c50892cb441" providerId="ADAL" clId="{3C80390B-7826-4E30-8A03-B0C3E2D5384E}" dt="2025-03-16T13:47:47.938" v="1435"/>
          <ac:graphicFrameMkLst>
            <pc:docMk/>
            <pc:sldMk cId="1443920812" sldId="2147483028"/>
            <ac:graphicFrameMk id="3" creationId="{C268C6F0-71F9-F539-F086-E919817A1BC8}"/>
          </ac:graphicFrameMkLst>
        </pc:graphicFrameChg>
        <pc:graphicFrameChg chg="add mod modGraphic">
          <ac:chgData name="Kumar Yerrapathni" userId="3863b97b-0242-4a9f-a0da-9c50892cb441" providerId="ADAL" clId="{3C80390B-7826-4E30-8A03-B0C3E2D5384E}" dt="2025-03-30T09:36:00.849" v="9759" actId="6549"/>
          <ac:graphicFrameMkLst>
            <pc:docMk/>
            <pc:sldMk cId="1443920812" sldId="2147483028"/>
            <ac:graphicFrameMk id="4" creationId="{FDA86D28-9B38-1FD2-027D-8552DA0C1D1C}"/>
          </ac:graphicFrameMkLst>
        </pc:graphicFrameChg>
        <pc:graphicFrameChg chg="del">
          <ac:chgData name="Kumar Yerrapathni" userId="3863b97b-0242-4a9f-a0da-9c50892cb441" providerId="ADAL" clId="{3C80390B-7826-4E30-8A03-B0C3E2D5384E}" dt="2025-03-16T13:47:46.648" v="1434" actId="478"/>
          <ac:graphicFrameMkLst>
            <pc:docMk/>
            <pc:sldMk cId="1443920812" sldId="2147483028"/>
            <ac:graphicFrameMk id="5" creationId="{F562F934-9A5E-F789-DEC2-79CB8D631AB0}"/>
          </ac:graphicFrameMkLst>
        </pc:graphicFrameChg>
      </pc:sldChg>
      <pc:sldChg chg="add del">
        <pc:chgData name="Kumar Yerrapathni" userId="3863b97b-0242-4a9f-a0da-9c50892cb441" providerId="ADAL" clId="{3C80390B-7826-4E30-8A03-B0C3E2D5384E}" dt="2025-03-16T13:46:34.980" v="1397" actId="47"/>
        <pc:sldMkLst>
          <pc:docMk/>
          <pc:sldMk cId="2174800236" sldId="2147483028"/>
        </pc:sldMkLst>
      </pc:sldChg>
      <pc:sldChg chg="add del">
        <pc:chgData name="Kumar Yerrapathni" userId="3863b97b-0242-4a9f-a0da-9c50892cb441" providerId="ADAL" clId="{3C80390B-7826-4E30-8A03-B0C3E2D5384E}" dt="2025-03-16T13:46:03.980" v="1393"/>
        <pc:sldMkLst>
          <pc:docMk/>
          <pc:sldMk cId="2220894394" sldId="2147483028"/>
        </pc:sldMkLst>
      </pc:sldChg>
      <pc:sldChg chg="addSp delSp modSp add mod modNotesTx">
        <pc:chgData name="Kumar Yerrapathni" userId="3863b97b-0242-4a9f-a0da-9c50892cb441" providerId="ADAL" clId="{3C80390B-7826-4E30-8A03-B0C3E2D5384E}" dt="2025-03-30T09:38:16.547" v="9763"/>
        <pc:sldMkLst>
          <pc:docMk/>
          <pc:sldMk cId="4261117647" sldId="2147483029"/>
        </pc:sldMkLst>
        <pc:spChg chg="mod">
          <ac:chgData name="Kumar Yerrapathni" userId="3863b97b-0242-4a9f-a0da-9c50892cb441" providerId="ADAL" clId="{3C80390B-7826-4E30-8A03-B0C3E2D5384E}" dt="2025-03-25T22:42:34.192" v="6634" actId="27636"/>
          <ac:spMkLst>
            <pc:docMk/>
            <pc:sldMk cId="4261117647" sldId="2147483029"/>
            <ac:spMk id="2" creationId="{320D3B11-37C8-4823-8A9D-3E0BEE51CDB3}"/>
          </ac:spMkLst>
        </pc:spChg>
        <pc:spChg chg="add mod">
          <ac:chgData name="Kumar Yerrapathni" userId="3863b97b-0242-4a9f-a0da-9c50892cb441" providerId="ADAL" clId="{3C80390B-7826-4E30-8A03-B0C3E2D5384E}" dt="2025-03-17T00:59:21.610" v="2221" actId="404"/>
          <ac:spMkLst>
            <pc:docMk/>
            <pc:sldMk cId="4261117647" sldId="2147483029"/>
            <ac:spMk id="9" creationId="{38357732-E06F-7002-2527-844AEA736AD8}"/>
          </ac:spMkLst>
        </pc:spChg>
        <pc:graphicFrameChg chg="del">
          <ac:chgData name="Kumar Yerrapathni" userId="3863b97b-0242-4a9f-a0da-9c50892cb441" providerId="ADAL" clId="{3C80390B-7826-4E30-8A03-B0C3E2D5384E}" dt="2025-03-16T13:48:42.584" v="1441" actId="478"/>
          <ac:graphicFrameMkLst>
            <pc:docMk/>
            <pc:sldMk cId="4261117647" sldId="2147483029"/>
            <ac:graphicFrameMk id="4" creationId="{FDA86D28-9B38-1FD2-027D-8552DA0C1D1C}"/>
          </ac:graphicFrameMkLst>
        </pc:graphicFrameChg>
        <pc:picChg chg="add mod">
          <ac:chgData name="Kumar Yerrapathni" userId="3863b97b-0242-4a9f-a0da-9c50892cb441" providerId="ADAL" clId="{3C80390B-7826-4E30-8A03-B0C3E2D5384E}" dt="2025-03-17T22:46:07.281" v="2582" actId="1037"/>
          <ac:picMkLst>
            <pc:docMk/>
            <pc:sldMk cId="4261117647" sldId="2147483029"/>
            <ac:picMk id="4" creationId="{D133E4F0-E4EA-A443-0172-7E57E99D4134}"/>
          </ac:picMkLst>
        </pc:picChg>
        <pc:picChg chg="add del mod">
          <ac:chgData name="Kumar Yerrapathni" userId="3863b97b-0242-4a9f-a0da-9c50892cb441" providerId="ADAL" clId="{3C80390B-7826-4E30-8A03-B0C3E2D5384E}" dt="2025-03-16T13:53:40.463" v="1515" actId="478"/>
          <ac:picMkLst>
            <pc:docMk/>
            <pc:sldMk cId="4261117647" sldId="2147483029"/>
            <ac:picMk id="5" creationId="{E6E8BABE-2C04-497C-DA18-2E846D42EA91}"/>
          </ac:picMkLst>
        </pc:picChg>
        <pc:picChg chg="add del mod">
          <ac:chgData name="Kumar Yerrapathni" userId="3863b97b-0242-4a9f-a0da-9c50892cb441" providerId="ADAL" clId="{3C80390B-7826-4E30-8A03-B0C3E2D5384E}" dt="2025-03-17T22:45:43.784" v="2500" actId="478"/>
          <ac:picMkLst>
            <pc:docMk/>
            <pc:sldMk cId="4261117647" sldId="2147483029"/>
            <ac:picMk id="7" creationId="{A5F1D75D-3960-4C35-3BCC-1D63DE3E8D02}"/>
          </ac:picMkLst>
        </pc:picChg>
      </pc:sldChg>
      <pc:sldChg chg="addSp delSp modSp add mod ord">
        <pc:chgData name="Kumar Yerrapathni" userId="3863b97b-0242-4a9f-a0da-9c50892cb441" providerId="ADAL" clId="{3C80390B-7826-4E30-8A03-B0C3E2D5384E}" dt="2025-03-25T15:21:57.952" v="4929"/>
        <pc:sldMkLst>
          <pc:docMk/>
          <pc:sldMk cId="2574997485" sldId="2147483030"/>
        </pc:sldMkLst>
        <pc:spChg chg="mod">
          <ac:chgData name="Kumar Yerrapathni" userId="3863b97b-0242-4a9f-a0da-9c50892cb441" providerId="ADAL" clId="{3C80390B-7826-4E30-8A03-B0C3E2D5384E}" dt="2025-03-16T14:08:23.206" v="1886" actId="5793"/>
          <ac:spMkLst>
            <pc:docMk/>
            <pc:sldMk cId="2574997485" sldId="2147483030"/>
            <ac:spMk id="29" creationId="{F77D6F69-641C-5B64-8F5F-2F075CD5FFE3}"/>
          </ac:spMkLst>
        </pc:spChg>
        <pc:picChg chg="add mod">
          <ac:chgData name="Kumar Yerrapathni" userId="3863b97b-0242-4a9f-a0da-9c50892cb441" providerId="ADAL" clId="{3C80390B-7826-4E30-8A03-B0C3E2D5384E}" dt="2025-03-16T14:07:19.328" v="1861" actId="1037"/>
          <ac:picMkLst>
            <pc:docMk/>
            <pc:sldMk cId="2574997485" sldId="2147483030"/>
            <ac:picMk id="3" creationId="{FB898D3D-1F81-196A-0919-CBA5BA9472BB}"/>
          </ac:picMkLst>
        </pc:picChg>
        <pc:picChg chg="del">
          <ac:chgData name="Kumar Yerrapathni" userId="3863b97b-0242-4a9f-a0da-9c50892cb441" providerId="ADAL" clId="{3C80390B-7826-4E30-8A03-B0C3E2D5384E}" dt="2025-03-16T14:02:07.420" v="1528" actId="478"/>
          <ac:picMkLst>
            <pc:docMk/>
            <pc:sldMk cId="2574997485" sldId="2147483030"/>
            <ac:picMk id="7" creationId="{AADA2384-8270-B628-1DB5-D0A31360E0F8}"/>
          </ac:picMkLst>
        </pc:picChg>
      </pc:sldChg>
      <pc:sldChg chg="addSp delSp modSp add mod ord">
        <pc:chgData name="Kumar Yerrapathni" userId="3863b97b-0242-4a9f-a0da-9c50892cb441" providerId="ADAL" clId="{3C80390B-7826-4E30-8A03-B0C3E2D5384E}" dt="2025-03-17T22:39:31.574" v="2497"/>
        <pc:sldMkLst>
          <pc:docMk/>
          <pc:sldMk cId="2036999364" sldId="2147483031"/>
        </pc:sldMkLst>
        <pc:spChg chg="mod">
          <ac:chgData name="Kumar Yerrapathni" userId="3863b97b-0242-4a9f-a0da-9c50892cb441" providerId="ADAL" clId="{3C80390B-7826-4E30-8A03-B0C3E2D5384E}" dt="2025-03-16T14:08:37.313" v="1915" actId="20577"/>
          <ac:spMkLst>
            <pc:docMk/>
            <pc:sldMk cId="2036999364" sldId="2147483031"/>
            <ac:spMk id="29" creationId="{F77D6F69-641C-5B64-8F5F-2F075CD5FFE3}"/>
          </ac:spMkLst>
        </pc:spChg>
        <pc:picChg chg="del">
          <ac:chgData name="Kumar Yerrapathni" userId="3863b97b-0242-4a9f-a0da-9c50892cb441" providerId="ADAL" clId="{3C80390B-7826-4E30-8A03-B0C3E2D5384E}" dt="2025-03-16T14:08:50.524" v="1916" actId="478"/>
          <ac:picMkLst>
            <pc:docMk/>
            <pc:sldMk cId="2036999364" sldId="2147483031"/>
            <ac:picMk id="3" creationId="{FB898D3D-1F81-196A-0919-CBA5BA9472BB}"/>
          </ac:picMkLst>
        </pc:picChg>
        <pc:picChg chg="add mod">
          <ac:chgData name="Kumar Yerrapathni" userId="3863b97b-0242-4a9f-a0da-9c50892cb441" providerId="ADAL" clId="{3C80390B-7826-4E30-8A03-B0C3E2D5384E}" dt="2025-03-16T14:10:05.174" v="1942" actId="14100"/>
          <ac:picMkLst>
            <pc:docMk/>
            <pc:sldMk cId="2036999364" sldId="2147483031"/>
            <ac:picMk id="4" creationId="{62EC981A-52BA-C70F-054A-2AA73778653A}"/>
          </ac:picMkLst>
        </pc:picChg>
      </pc:sldChg>
      <pc:sldChg chg="modSp add del mod ord">
        <pc:chgData name="Kumar Yerrapathni" userId="3863b97b-0242-4a9f-a0da-9c50892cb441" providerId="ADAL" clId="{3C80390B-7826-4E30-8A03-B0C3E2D5384E}" dt="2025-03-30T12:42:08.711" v="11067" actId="47"/>
        <pc:sldMkLst>
          <pc:docMk/>
          <pc:sldMk cId="3632220785" sldId="2147483032"/>
        </pc:sldMkLst>
        <pc:graphicFrameChg chg="mod modGraphic">
          <ac:chgData name="Kumar Yerrapathni" userId="3863b97b-0242-4a9f-a0da-9c50892cb441" providerId="ADAL" clId="{3C80390B-7826-4E30-8A03-B0C3E2D5384E}" dt="2025-03-28T03:41:42.680" v="9037" actId="108"/>
          <ac:graphicFrameMkLst>
            <pc:docMk/>
            <pc:sldMk cId="3632220785" sldId="2147483032"/>
            <ac:graphicFrameMk id="240" creationId="{26FA8F59-803D-348B-F368-3DA9BE93C9E3}"/>
          </ac:graphicFrameMkLst>
        </pc:graphicFrameChg>
      </pc:sldChg>
      <pc:sldChg chg="add del ord">
        <pc:chgData name="Kumar Yerrapathni" userId="3863b97b-0242-4a9f-a0da-9c50892cb441" providerId="ADAL" clId="{3C80390B-7826-4E30-8A03-B0C3E2D5384E}" dt="2025-03-26T11:52:42.989" v="8028" actId="47"/>
        <pc:sldMkLst>
          <pc:docMk/>
          <pc:sldMk cId="188161874" sldId="2147483033"/>
        </pc:sldMkLst>
      </pc:sldChg>
      <pc:sldChg chg="addSp delSp modSp add del mod">
        <pc:chgData name="Kumar Yerrapathni" userId="3863b97b-0242-4a9f-a0da-9c50892cb441" providerId="ADAL" clId="{3C80390B-7826-4E30-8A03-B0C3E2D5384E}" dt="2025-03-25T00:00:47.799" v="2777" actId="2696"/>
        <pc:sldMkLst>
          <pc:docMk/>
          <pc:sldMk cId="972044389" sldId="2147483034"/>
        </pc:sldMkLst>
        <pc:spChg chg="del mod">
          <ac:chgData name="Kumar Yerrapathni" userId="3863b97b-0242-4a9f-a0da-9c50892cb441" providerId="ADAL" clId="{3C80390B-7826-4E30-8A03-B0C3E2D5384E}" dt="2025-03-24T23:49:56.798" v="2704" actId="478"/>
          <ac:spMkLst>
            <pc:docMk/>
            <pc:sldMk cId="972044389" sldId="2147483034"/>
            <ac:spMk id="2" creationId="{320D3B11-37C8-4823-8A9D-3E0BEE51CDB3}"/>
          </ac:spMkLst>
        </pc:spChg>
        <pc:spChg chg="add del mod">
          <ac:chgData name="Kumar Yerrapathni" userId="3863b97b-0242-4a9f-a0da-9c50892cb441" providerId="ADAL" clId="{3C80390B-7826-4E30-8A03-B0C3E2D5384E}" dt="2025-03-24T23:44:03.739" v="2686" actId="478"/>
          <ac:spMkLst>
            <pc:docMk/>
            <pc:sldMk cId="972044389" sldId="2147483034"/>
            <ac:spMk id="5" creationId="{7078D20C-825A-5E7A-EF17-B131686E5957}"/>
          </ac:spMkLst>
        </pc:spChg>
        <pc:spChg chg="add del mod">
          <ac:chgData name="Kumar Yerrapathni" userId="3863b97b-0242-4a9f-a0da-9c50892cb441" providerId="ADAL" clId="{3C80390B-7826-4E30-8A03-B0C3E2D5384E}" dt="2025-03-24T23:50:01.823" v="2705" actId="478"/>
          <ac:spMkLst>
            <pc:docMk/>
            <pc:sldMk cId="972044389" sldId="2147483034"/>
            <ac:spMk id="8" creationId="{09BB822D-89E4-BF2B-E45C-737A4902A574}"/>
          </ac:spMkLst>
        </pc:spChg>
        <pc:spChg chg="add del mod">
          <ac:chgData name="Kumar Yerrapathni" userId="3863b97b-0242-4a9f-a0da-9c50892cb441" providerId="ADAL" clId="{3C80390B-7826-4E30-8A03-B0C3E2D5384E}" dt="2025-03-24T23:54:20.869" v="2725" actId="478"/>
          <ac:spMkLst>
            <pc:docMk/>
            <pc:sldMk cId="972044389" sldId="2147483034"/>
            <ac:spMk id="9" creationId="{4142C1BD-7313-3345-4E45-7C854E55813F}"/>
          </ac:spMkLst>
        </pc:spChg>
        <pc:spChg chg="add del mod">
          <ac:chgData name="Kumar Yerrapathni" userId="3863b97b-0242-4a9f-a0da-9c50892cb441" providerId="ADAL" clId="{3C80390B-7826-4E30-8A03-B0C3E2D5384E}" dt="2025-03-24T23:54:24.873" v="2726" actId="478"/>
          <ac:spMkLst>
            <pc:docMk/>
            <pc:sldMk cId="972044389" sldId="2147483034"/>
            <ac:spMk id="11" creationId="{4A2482D7-48A8-F357-C9C7-AC6E39134FFA}"/>
          </ac:spMkLst>
        </pc:spChg>
        <pc:spChg chg="add mod">
          <ac:chgData name="Kumar Yerrapathni" userId="3863b97b-0242-4a9f-a0da-9c50892cb441" providerId="ADAL" clId="{3C80390B-7826-4E30-8A03-B0C3E2D5384E}" dt="2025-03-24T23:55:12.562" v="2742"/>
          <ac:spMkLst>
            <pc:docMk/>
            <pc:sldMk cId="972044389" sldId="2147483034"/>
            <ac:spMk id="12" creationId="{831DD952-ECD4-B499-8419-A21984D4979A}"/>
          </ac:spMkLst>
        </pc:spChg>
        <pc:graphicFrameChg chg="mod modGraphic">
          <ac:chgData name="Kumar Yerrapathni" userId="3863b97b-0242-4a9f-a0da-9c50892cb441" providerId="ADAL" clId="{3C80390B-7826-4E30-8A03-B0C3E2D5384E}" dt="2025-03-24T23:46:51.622" v="2701" actId="20577"/>
          <ac:graphicFrameMkLst>
            <pc:docMk/>
            <pc:sldMk cId="972044389" sldId="2147483034"/>
            <ac:graphicFrameMk id="4" creationId="{FDA86D28-9B38-1FD2-027D-8552DA0C1D1C}"/>
          </ac:graphicFrameMkLst>
        </pc:graphicFrameChg>
        <pc:graphicFrameChg chg="add">
          <ac:chgData name="Kumar Yerrapathni" userId="3863b97b-0242-4a9f-a0da-9c50892cb441" providerId="ADAL" clId="{3C80390B-7826-4E30-8A03-B0C3E2D5384E}" dt="2025-03-24T23:39:28.768" v="2657"/>
          <ac:graphicFrameMkLst>
            <pc:docMk/>
            <pc:sldMk cId="972044389" sldId="2147483034"/>
            <ac:graphicFrameMk id="6" creationId="{B9E7FFEF-E0A4-A989-474F-50015F1AB2F9}"/>
          </ac:graphicFrameMkLst>
        </pc:graphicFrameChg>
      </pc:sldChg>
      <pc:sldChg chg="modSp add mod">
        <pc:chgData name="Kumar Yerrapathni" userId="3863b97b-0242-4a9f-a0da-9c50892cb441" providerId="ADAL" clId="{3C80390B-7826-4E30-8A03-B0C3E2D5384E}" dt="2025-03-27T02:35:13.611" v="8644" actId="6549"/>
        <pc:sldMkLst>
          <pc:docMk/>
          <pc:sldMk cId="3701311935" sldId="2147483035"/>
        </pc:sldMkLst>
        <pc:spChg chg="mod">
          <ac:chgData name="Kumar Yerrapathni" userId="3863b97b-0242-4a9f-a0da-9c50892cb441" providerId="ADAL" clId="{3C80390B-7826-4E30-8A03-B0C3E2D5384E}" dt="2025-03-25T13:46:55.709" v="4198" actId="27636"/>
          <ac:spMkLst>
            <pc:docMk/>
            <pc:sldMk cId="3701311935" sldId="2147483035"/>
            <ac:spMk id="2" creationId="{320D3B11-37C8-4823-8A9D-3E0BEE51CDB3}"/>
          </ac:spMkLst>
        </pc:spChg>
        <pc:spChg chg="mod">
          <ac:chgData name="Kumar Yerrapathni" userId="3863b97b-0242-4a9f-a0da-9c50892cb441" providerId="ADAL" clId="{3C80390B-7826-4E30-8A03-B0C3E2D5384E}" dt="2025-03-27T02:35:13.611" v="8644" actId="6549"/>
          <ac:spMkLst>
            <pc:docMk/>
            <pc:sldMk cId="3701311935" sldId="2147483035"/>
            <ac:spMk id="3" creationId="{B1804666-B831-4880-81FB-E6BFF124660C}"/>
          </ac:spMkLst>
        </pc:spChg>
      </pc:sldChg>
      <pc:sldChg chg="add del">
        <pc:chgData name="Kumar Yerrapathni" userId="3863b97b-0242-4a9f-a0da-9c50892cb441" providerId="ADAL" clId="{3C80390B-7826-4E30-8A03-B0C3E2D5384E}" dt="2025-03-24T23:50:54.789" v="2708"/>
        <pc:sldMkLst>
          <pc:docMk/>
          <pc:sldMk cId="4183722651" sldId="2147483035"/>
        </pc:sldMkLst>
      </pc:sldChg>
      <pc:sldChg chg="addSp modSp add mod">
        <pc:chgData name="Kumar Yerrapathni" userId="3863b97b-0242-4a9f-a0da-9c50892cb441" providerId="ADAL" clId="{3C80390B-7826-4E30-8A03-B0C3E2D5384E}" dt="2025-03-27T02:37:35.027" v="8675" actId="20577"/>
        <pc:sldMkLst>
          <pc:docMk/>
          <pc:sldMk cId="891633015" sldId="2147483036"/>
        </pc:sldMkLst>
        <pc:spChg chg="mod">
          <ac:chgData name="Kumar Yerrapathni" userId="3863b97b-0242-4a9f-a0da-9c50892cb441" providerId="ADAL" clId="{3C80390B-7826-4E30-8A03-B0C3E2D5384E}" dt="2025-03-25T15:23:34.645" v="4937" actId="20577"/>
          <ac:spMkLst>
            <pc:docMk/>
            <pc:sldMk cId="891633015" sldId="2147483036"/>
            <ac:spMk id="2" creationId="{320D3B11-37C8-4823-8A9D-3E0BEE51CDB3}"/>
          </ac:spMkLst>
        </pc:spChg>
        <pc:spChg chg="add mod">
          <ac:chgData name="Kumar Yerrapathni" userId="3863b97b-0242-4a9f-a0da-9c50892cb441" providerId="ADAL" clId="{3C80390B-7826-4E30-8A03-B0C3E2D5384E}" dt="2025-03-26T10:01:02.204" v="7498" actId="20577"/>
          <ac:spMkLst>
            <pc:docMk/>
            <pc:sldMk cId="891633015" sldId="2147483036"/>
            <ac:spMk id="5" creationId="{BB823233-F9FE-7D71-D697-0875812CE15C}"/>
          </ac:spMkLst>
        </pc:spChg>
        <pc:graphicFrameChg chg="mod modGraphic">
          <ac:chgData name="Kumar Yerrapathni" userId="3863b97b-0242-4a9f-a0da-9c50892cb441" providerId="ADAL" clId="{3C80390B-7826-4E30-8A03-B0C3E2D5384E}" dt="2025-03-27T02:37:35.027" v="8675" actId="20577"/>
          <ac:graphicFrameMkLst>
            <pc:docMk/>
            <pc:sldMk cId="891633015" sldId="2147483036"/>
            <ac:graphicFrameMk id="4" creationId="{FDA86D28-9B38-1FD2-027D-8552DA0C1D1C}"/>
          </ac:graphicFrameMkLst>
        </pc:graphicFrameChg>
      </pc:sldChg>
      <pc:sldChg chg="modSp add mod">
        <pc:chgData name="Kumar Yerrapathni" userId="3863b97b-0242-4a9f-a0da-9c50892cb441" providerId="ADAL" clId="{3C80390B-7826-4E30-8A03-B0C3E2D5384E}" dt="2025-03-27T02:39:51.198" v="8682" actId="14100"/>
        <pc:sldMkLst>
          <pc:docMk/>
          <pc:sldMk cId="3492179375" sldId="2147483037"/>
        </pc:sldMkLst>
        <pc:spChg chg="mod">
          <ac:chgData name="Kumar Yerrapathni" userId="3863b97b-0242-4a9f-a0da-9c50892cb441" providerId="ADAL" clId="{3C80390B-7826-4E30-8A03-B0C3E2D5384E}" dt="2025-03-25T13:58:36.454" v="4295" actId="20577"/>
          <ac:spMkLst>
            <pc:docMk/>
            <pc:sldMk cId="3492179375" sldId="2147483037"/>
            <ac:spMk id="2" creationId="{320D3B11-37C8-4823-8A9D-3E0BEE51CDB3}"/>
          </ac:spMkLst>
        </pc:spChg>
        <pc:spChg chg="mod">
          <ac:chgData name="Kumar Yerrapathni" userId="3863b97b-0242-4a9f-a0da-9c50892cb441" providerId="ADAL" clId="{3C80390B-7826-4E30-8A03-B0C3E2D5384E}" dt="2025-03-25T04:53:44.444" v="2825" actId="255"/>
          <ac:spMkLst>
            <pc:docMk/>
            <pc:sldMk cId="3492179375" sldId="2147483037"/>
            <ac:spMk id="5" creationId="{BB823233-F9FE-7D71-D697-0875812CE15C}"/>
          </ac:spMkLst>
        </pc:spChg>
        <pc:graphicFrameChg chg="mod modGraphic">
          <ac:chgData name="Kumar Yerrapathni" userId="3863b97b-0242-4a9f-a0da-9c50892cb441" providerId="ADAL" clId="{3C80390B-7826-4E30-8A03-B0C3E2D5384E}" dt="2025-03-27T02:39:51.198" v="8682" actId="14100"/>
          <ac:graphicFrameMkLst>
            <pc:docMk/>
            <pc:sldMk cId="3492179375" sldId="2147483037"/>
            <ac:graphicFrameMk id="4" creationId="{FDA86D28-9B38-1FD2-027D-8552DA0C1D1C}"/>
          </ac:graphicFrameMkLst>
        </pc:graphicFrameChg>
      </pc:sldChg>
      <pc:sldChg chg="add del">
        <pc:chgData name="Kumar Yerrapathni" userId="3863b97b-0242-4a9f-a0da-9c50892cb441" providerId="ADAL" clId="{3C80390B-7826-4E30-8A03-B0C3E2D5384E}" dt="2025-03-25T12:37:14.239" v="4168" actId="47"/>
        <pc:sldMkLst>
          <pc:docMk/>
          <pc:sldMk cId="800572757" sldId="2147483038"/>
        </pc:sldMkLst>
      </pc:sldChg>
      <pc:sldChg chg="add del modTransition">
        <pc:chgData name="Kumar Yerrapathni" userId="3863b97b-0242-4a9f-a0da-9c50892cb441" providerId="ADAL" clId="{3C80390B-7826-4E30-8A03-B0C3E2D5384E}" dt="2025-03-25T09:44:21.037" v="2854"/>
        <pc:sldMkLst>
          <pc:docMk/>
          <pc:sldMk cId="2922780120" sldId="2147483038"/>
        </pc:sldMkLst>
      </pc:sldChg>
      <pc:sldChg chg="addSp delSp modSp add mod ord">
        <pc:chgData name="Kumar Yerrapathni" userId="3863b97b-0242-4a9f-a0da-9c50892cb441" providerId="ADAL" clId="{3C80390B-7826-4E30-8A03-B0C3E2D5384E}" dt="2025-03-26T11:52:32.459" v="8026"/>
        <pc:sldMkLst>
          <pc:docMk/>
          <pc:sldMk cId="2698488554" sldId="2147483039"/>
        </pc:sldMkLst>
        <pc:spChg chg="del">
          <ac:chgData name="Kumar Yerrapathni" userId="3863b97b-0242-4a9f-a0da-9c50892cb441" providerId="ADAL" clId="{3C80390B-7826-4E30-8A03-B0C3E2D5384E}" dt="2025-03-25T09:46:28.197" v="2860" actId="478"/>
          <ac:spMkLst>
            <pc:docMk/>
            <pc:sldMk cId="2698488554" sldId="2147483039"/>
            <ac:spMk id="2" creationId="{42585CEC-5E60-53C3-D620-6C324F5B30CD}"/>
          </ac:spMkLst>
        </pc:spChg>
        <pc:spChg chg="add del mod">
          <ac:chgData name="Kumar Yerrapathni" userId="3863b97b-0242-4a9f-a0da-9c50892cb441" providerId="ADAL" clId="{3C80390B-7826-4E30-8A03-B0C3E2D5384E}" dt="2025-03-25T09:47:18.723" v="2862" actId="478"/>
          <ac:spMkLst>
            <pc:docMk/>
            <pc:sldMk cId="2698488554" sldId="2147483039"/>
            <ac:spMk id="5" creationId="{ADC146A9-F947-269C-A14D-2A35D1D7D621}"/>
          </ac:spMkLst>
        </pc:spChg>
        <pc:spChg chg="add del mod">
          <ac:chgData name="Kumar Yerrapathni" userId="3863b97b-0242-4a9f-a0da-9c50892cb441" providerId="ADAL" clId="{3C80390B-7826-4E30-8A03-B0C3E2D5384E}" dt="2025-03-25T09:47:18.723" v="2862" actId="478"/>
          <ac:spMkLst>
            <pc:docMk/>
            <pc:sldMk cId="2698488554" sldId="2147483039"/>
            <ac:spMk id="6" creationId="{17A08DAE-C773-C410-252E-F5DF23BFD2F8}"/>
          </ac:spMkLst>
        </pc:spChg>
        <pc:spChg chg="add del mod">
          <ac:chgData name="Kumar Yerrapathni" userId="3863b97b-0242-4a9f-a0da-9c50892cb441" providerId="ADAL" clId="{3C80390B-7826-4E30-8A03-B0C3E2D5384E}" dt="2025-03-25T09:47:18.723" v="2862" actId="478"/>
          <ac:spMkLst>
            <pc:docMk/>
            <pc:sldMk cId="2698488554" sldId="2147483039"/>
            <ac:spMk id="7" creationId="{4BFBB18A-BDFE-7846-82A9-D24D1C30EA53}"/>
          </ac:spMkLst>
        </pc:spChg>
        <pc:spChg chg="add del mod">
          <ac:chgData name="Kumar Yerrapathni" userId="3863b97b-0242-4a9f-a0da-9c50892cb441" providerId="ADAL" clId="{3C80390B-7826-4E30-8A03-B0C3E2D5384E}" dt="2025-03-25T09:47:18.723" v="2862" actId="478"/>
          <ac:spMkLst>
            <pc:docMk/>
            <pc:sldMk cId="2698488554" sldId="2147483039"/>
            <ac:spMk id="8" creationId="{88EFC450-9802-3C19-27C2-C3AED87F49FF}"/>
          </ac:spMkLst>
        </pc:spChg>
        <pc:spChg chg="add del mod">
          <ac:chgData name="Kumar Yerrapathni" userId="3863b97b-0242-4a9f-a0da-9c50892cb441" providerId="ADAL" clId="{3C80390B-7826-4E30-8A03-B0C3E2D5384E}" dt="2025-03-25T09:47:18.723" v="2862" actId="478"/>
          <ac:spMkLst>
            <pc:docMk/>
            <pc:sldMk cId="2698488554" sldId="2147483039"/>
            <ac:spMk id="9" creationId="{84BB455C-1B73-4A0B-C79A-B2FE0A9226FB}"/>
          </ac:spMkLst>
        </pc:spChg>
        <pc:spChg chg="add del mod">
          <ac:chgData name="Kumar Yerrapathni" userId="3863b97b-0242-4a9f-a0da-9c50892cb441" providerId="ADAL" clId="{3C80390B-7826-4E30-8A03-B0C3E2D5384E}" dt="2025-03-25T09:47:18.723" v="2862" actId="478"/>
          <ac:spMkLst>
            <pc:docMk/>
            <pc:sldMk cId="2698488554" sldId="2147483039"/>
            <ac:spMk id="10" creationId="{1BC2CA9C-D0AA-FA96-17FD-2F4DE88997A6}"/>
          </ac:spMkLst>
        </pc:spChg>
        <pc:spChg chg="add del mod">
          <ac:chgData name="Kumar Yerrapathni" userId="3863b97b-0242-4a9f-a0da-9c50892cb441" providerId="ADAL" clId="{3C80390B-7826-4E30-8A03-B0C3E2D5384E}" dt="2025-03-25T09:47:18.723" v="2862" actId="478"/>
          <ac:spMkLst>
            <pc:docMk/>
            <pc:sldMk cId="2698488554" sldId="2147483039"/>
            <ac:spMk id="15" creationId="{1168FE13-FEC4-D270-6FBA-E7F5C7F61959}"/>
          </ac:spMkLst>
        </pc:spChg>
        <pc:spChg chg="add del mod">
          <ac:chgData name="Kumar Yerrapathni" userId="3863b97b-0242-4a9f-a0da-9c50892cb441" providerId="ADAL" clId="{3C80390B-7826-4E30-8A03-B0C3E2D5384E}" dt="2025-03-25T09:47:18.723" v="2862" actId="478"/>
          <ac:spMkLst>
            <pc:docMk/>
            <pc:sldMk cId="2698488554" sldId="2147483039"/>
            <ac:spMk id="16" creationId="{9EFF77A6-A5C9-5EF4-8028-3CCB41665118}"/>
          </ac:spMkLst>
        </pc:spChg>
        <pc:spChg chg="add del mod">
          <ac:chgData name="Kumar Yerrapathni" userId="3863b97b-0242-4a9f-a0da-9c50892cb441" providerId="ADAL" clId="{3C80390B-7826-4E30-8A03-B0C3E2D5384E}" dt="2025-03-25T09:47:18.723" v="2862" actId="478"/>
          <ac:spMkLst>
            <pc:docMk/>
            <pc:sldMk cId="2698488554" sldId="2147483039"/>
            <ac:spMk id="17" creationId="{3190A420-B017-B31B-F51C-8DB48E1D2B86}"/>
          </ac:spMkLst>
        </pc:spChg>
        <pc:spChg chg="add del mod">
          <ac:chgData name="Kumar Yerrapathni" userId="3863b97b-0242-4a9f-a0da-9c50892cb441" providerId="ADAL" clId="{3C80390B-7826-4E30-8A03-B0C3E2D5384E}" dt="2025-03-25T09:47:18.723" v="2862" actId="478"/>
          <ac:spMkLst>
            <pc:docMk/>
            <pc:sldMk cId="2698488554" sldId="2147483039"/>
            <ac:spMk id="18" creationId="{55099399-AB39-043B-3A64-E71C36781FC5}"/>
          </ac:spMkLst>
        </pc:spChg>
        <pc:spChg chg="add del mod">
          <ac:chgData name="Kumar Yerrapathni" userId="3863b97b-0242-4a9f-a0da-9c50892cb441" providerId="ADAL" clId="{3C80390B-7826-4E30-8A03-B0C3E2D5384E}" dt="2025-03-25T09:47:18.723" v="2862" actId="478"/>
          <ac:spMkLst>
            <pc:docMk/>
            <pc:sldMk cId="2698488554" sldId="2147483039"/>
            <ac:spMk id="20" creationId="{29FA824E-5DA5-CFFA-1581-152805991068}"/>
          </ac:spMkLst>
        </pc:spChg>
        <pc:spChg chg="add del mod">
          <ac:chgData name="Kumar Yerrapathni" userId="3863b97b-0242-4a9f-a0da-9c50892cb441" providerId="ADAL" clId="{3C80390B-7826-4E30-8A03-B0C3E2D5384E}" dt="2025-03-25T09:47:18.723" v="2862" actId="478"/>
          <ac:spMkLst>
            <pc:docMk/>
            <pc:sldMk cId="2698488554" sldId="2147483039"/>
            <ac:spMk id="23" creationId="{36B75762-21E4-C4D9-BFCC-1EAA6C4D735E}"/>
          </ac:spMkLst>
        </pc:spChg>
        <pc:spChg chg="add del mod">
          <ac:chgData name="Kumar Yerrapathni" userId="3863b97b-0242-4a9f-a0da-9c50892cb441" providerId="ADAL" clId="{3C80390B-7826-4E30-8A03-B0C3E2D5384E}" dt="2025-03-25T09:47:18.723" v="2862" actId="478"/>
          <ac:spMkLst>
            <pc:docMk/>
            <pc:sldMk cId="2698488554" sldId="2147483039"/>
            <ac:spMk id="24" creationId="{CE2E16E7-2D5D-BF56-5AF9-E1FD58169182}"/>
          </ac:spMkLst>
        </pc:spChg>
        <pc:spChg chg="add del mod">
          <ac:chgData name="Kumar Yerrapathni" userId="3863b97b-0242-4a9f-a0da-9c50892cb441" providerId="ADAL" clId="{3C80390B-7826-4E30-8A03-B0C3E2D5384E}" dt="2025-03-25T09:47:18.723" v="2862" actId="478"/>
          <ac:spMkLst>
            <pc:docMk/>
            <pc:sldMk cId="2698488554" sldId="2147483039"/>
            <ac:spMk id="25" creationId="{311FFBC0-7946-6A39-4897-1AA3593807F9}"/>
          </ac:spMkLst>
        </pc:spChg>
        <pc:spChg chg="add del mod">
          <ac:chgData name="Kumar Yerrapathni" userId="3863b97b-0242-4a9f-a0da-9c50892cb441" providerId="ADAL" clId="{3C80390B-7826-4E30-8A03-B0C3E2D5384E}" dt="2025-03-25T09:47:18.723" v="2862" actId="478"/>
          <ac:spMkLst>
            <pc:docMk/>
            <pc:sldMk cId="2698488554" sldId="2147483039"/>
            <ac:spMk id="26" creationId="{49A16D07-A912-68B8-BF12-7F1650C7ABF4}"/>
          </ac:spMkLst>
        </pc:spChg>
        <pc:spChg chg="add del mod">
          <ac:chgData name="Kumar Yerrapathni" userId="3863b97b-0242-4a9f-a0da-9c50892cb441" providerId="ADAL" clId="{3C80390B-7826-4E30-8A03-B0C3E2D5384E}" dt="2025-03-25T09:47:18.723" v="2862" actId="478"/>
          <ac:spMkLst>
            <pc:docMk/>
            <pc:sldMk cId="2698488554" sldId="2147483039"/>
            <ac:spMk id="27" creationId="{EAD9B86B-E73C-2F41-E450-6E91B28808D7}"/>
          </ac:spMkLst>
        </pc:spChg>
        <pc:spChg chg="mod">
          <ac:chgData name="Kumar Yerrapathni" userId="3863b97b-0242-4a9f-a0da-9c50892cb441" providerId="ADAL" clId="{3C80390B-7826-4E30-8A03-B0C3E2D5384E}" dt="2025-03-25T13:00:09.763" v="4173" actId="20577"/>
          <ac:spMkLst>
            <pc:docMk/>
            <pc:sldMk cId="2698488554" sldId="2147483039"/>
            <ac:spMk id="29" creationId="{F77D6F69-641C-5B64-8F5F-2F075CD5FFE3}"/>
          </ac:spMkLst>
        </pc:spChg>
        <pc:spChg chg="add del mod">
          <ac:chgData name="Kumar Yerrapathni" userId="3863b97b-0242-4a9f-a0da-9c50892cb441" providerId="ADAL" clId="{3C80390B-7826-4E30-8A03-B0C3E2D5384E}" dt="2025-03-25T09:47:18.723" v="2862" actId="478"/>
          <ac:spMkLst>
            <pc:docMk/>
            <pc:sldMk cId="2698488554" sldId="2147483039"/>
            <ac:spMk id="30" creationId="{EA725F1F-13BA-05B2-8FAD-08AC0FFB5496}"/>
          </ac:spMkLst>
        </pc:spChg>
        <pc:spChg chg="add del mod">
          <ac:chgData name="Kumar Yerrapathni" userId="3863b97b-0242-4a9f-a0da-9c50892cb441" providerId="ADAL" clId="{3C80390B-7826-4E30-8A03-B0C3E2D5384E}" dt="2025-03-25T09:47:18.723" v="2862" actId="478"/>
          <ac:spMkLst>
            <pc:docMk/>
            <pc:sldMk cId="2698488554" sldId="2147483039"/>
            <ac:spMk id="33" creationId="{05A9AC1A-4FB3-397E-2BDA-BB4F7E40A472}"/>
          </ac:spMkLst>
        </pc:spChg>
        <pc:spChg chg="add del mod">
          <ac:chgData name="Kumar Yerrapathni" userId="3863b97b-0242-4a9f-a0da-9c50892cb441" providerId="ADAL" clId="{3C80390B-7826-4E30-8A03-B0C3E2D5384E}" dt="2025-03-25T09:47:18.723" v="2862" actId="478"/>
          <ac:spMkLst>
            <pc:docMk/>
            <pc:sldMk cId="2698488554" sldId="2147483039"/>
            <ac:spMk id="34" creationId="{27D13539-6462-00F0-5123-CFD9C17FB709}"/>
          </ac:spMkLst>
        </pc:spChg>
        <pc:spChg chg="add del mod">
          <ac:chgData name="Kumar Yerrapathni" userId="3863b97b-0242-4a9f-a0da-9c50892cb441" providerId="ADAL" clId="{3C80390B-7826-4E30-8A03-B0C3E2D5384E}" dt="2025-03-25T09:47:18.723" v="2862" actId="478"/>
          <ac:spMkLst>
            <pc:docMk/>
            <pc:sldMk cId="2698488554" sldId="2147483039"/>
            <ac:spMk id="35" creationId="{1F03827F-DD51-4499-B981-D940F33860DA}"/>
          </ac:spMkLst>
        </pc:spChg>
        <pc:spChg chg="add del mod">
          <ac:chgData name="Kumar Yerrapathni" userId="3863b97b-0242-4a9f-a0da-9c50892cb441" providerId="ADAL" clId="{3C80390B-7826-4E30-8A03-B0C3E2D5384E}" dt="2025-03-25T09:47:18.723" v="2862" actId="478"/>
          <ac:spMkLst>
            <pc:docMk/>
            <pc:sldMk cId="2698488554" sldId="2147483039"/>
            <ac:spMk id="37" creationId="{1115E366-82D4-F80A-9383-1F8FF662DE8F}"/>
          </ac:spMkLst>
        </pc:spChg>
        <pc:spChg chg="add del mod">
          <ac:chgData name="Kumar Yerrapathni" userId="3863b97b-0242-4a9f-a0da-9c50892cb441" providerId="ADAL" clId="{3C80390B-7826-4E30-8A03-B0C3E2D5384E}" dt="2025-03-25T09:47:18.723" v="2862" actId="478"/>
          <ac:spMkLst>
            <pc:docMk/>
            <pc:sldMk cId="2698488554" sldId="2147483039"/>
            <ac:spMk id="39" creationId="{C72C6D3F-9C0B-602C-F561-F097053B795D}"/>
          </ac:spMkLst>
        </pc:spChg>
        <pc:spChg chg="add del mod">
          <ac:chgData name="Kumar Yerrapathni" userId="3863b97b-0242-4a9f-a0da-9c50892cb441" providerId="ADAL" clId="{3C80390B-7826-4E30-8A03-B0C3E2D5384E}" dt="2025-03-25T09:47:18.723" v="2862" actId="478"/>
          <ac:spMkLst>
            <pc:docMk/>
            <pc:sldMk cId="2698488554" sldId="2147483039"/>
            <ac:spMk id="40" creationId="{699C071D-3E4D-0CA9-2B00-B4A49E3CAD83}"/>
          </ac:spMkLst>
        </pc:spChg>
        <pc:spChg chg="add del mod">
          <ac:chgData name="Kumar Yerrapathni" userId="3863b97b-0242-4a9f-a0da-9c50892cb441" providerId="ADAL" clId="{3C80390B-7826-4E30-8A03-B0C3E2D5384E}" dt="2025-03-25T09:47:18.723" v="2862" actId="478"/>
          <ac:spMkLst>
            <pc:docMk/>
            <pc:sldMk cId="2698488554" sldId="2147483039"/>
            <ac:spMk id="43" creationId="{FA29DAAE-E874-8A74-C3EB-FFB4B4D9FF6D}"/>
          </ac:spMkLst>
        </pc:spChg>
        <pc:spChg chg="add del mod">
          <ac:chgData name="Kumar Yerrapathni" userId="3863b97b-0242-4a9f-a0da-9c50892cb441" providerId="ADAL" clId="{3C80390B-7826-4E30-8A03-B0C3E2D5384E}" dt="2025-03-25T09:47:18.723" v="2862" actId="478"/>
          <ac:spMkLst>
            <pc:docMk/>
            <pc:sldMk cId="2698488554" sldId="2147483039"/>
            <ac:spMk id="45" creationId="{909E7B65-DC71-90E3-3E3F-DBB983764555}"/>
          </ac:spMkLst>
        </pc:spChg>
        <pc:spChg chg="add del mod">
          <ac:chgData name="Kumar Yerrapathni" userId="3863b97b-0242-4a9f-a0da-9c50892cb441" providerId="ADAL" clId="{3C80390B-7826-4E30-8A03-B0C3E2D5384E}" dt="2025-03-25T09:47:18.723" v="2862" actId="478"/>
          <ac:spMkLst>
            <pc:docMk/>
            <pc:sldMk cId="2698488554" sldId="2147483039"/>
            <ac:spMk id="53" creationId="{C86AD6BB-7509-6028-EA39-DC47AF06F27E}"/>
          </ac:spMkLst>
        </pc:spChg>
        <pc:spChg chg="add del mod">
          <ac:chgData name="Kumar Yerrapathni" userId="3863b97b-0242-4a9f-a0da-9c50892cb441" providerId="ADAL" clId="{3C80390B-7826-4E30-8A03-B0C3E2D5384E}" dt="2025-03-25T09:47:18.723" v="2862" actId="478"/>
          <ac:spMkLst>
            <pc:docMk/>
            <pc:sldMk cId="2698488554" sldId="2147483039"/>
            <ac:spMk id="54" creationId="{6AE852D3-DC11-8A61-2E21-AED5FE482414}"/>
          </ac:spMkLst>
        </pc:spChg>
        <pc:spChg chg="add del mod">
          <ac:chgData name="Kumar Yerrapathni" userId="3863b97b-0242-4a9f-a0da-9c50892cb441" providerId="ADAL" clId="{3C80390B-7826-4E30-8A03-B0C3E2D5384E}" dt="2025-03-25T09:47:18.723" v="2862" actId="478"/>
          <ac:spMkLst>
            <pc:docMk/>
            <pc:sldMk cId="2698488554" sldId="2147483039"/>
            <ac:spMk id="55" creationId="{C70B3437-4919-D697-3B8D-C4786627F8F5}"/>
          </ac:spMkLst>
        </pc:spChg>
        <pc:spChg chg="add del mod">
          <ac:chgData name="Kumar Yerrapathni" userId="3863b97b-0242-4a9f-a0da-9c50892cb441" providerId="ADAL" clId="{3C80390B-7826-4E30-8A03-B0C3E2D5384E}" dt="2025-03-25T09:47:18.723" v="2862" actId="478"/>
          <ac:spMkLst>
            <pc:docMk/>
            <pc:sldMk cId="2698488554" sldId="2147483039"/>
            <ac:spMk id="56" creationId="{2A1D175C-F8D5-3550-20FA-A4D3AA9861CD}"/>
          </ac:spMkLst>
        </pc:spChg>
        <pc:spChg chg="add del mod">
          <ac:chgData name="Kumar Yerrapathni" userId="3863b97b-0242-4a9f-a0da-9c50892cb441" providerId="ADAL" clId="{3C80390B-7826-4E30-8A03-B0C3E2D5384E}" dt="2025-03-25T09:47:18.723" v="2862" actId="478"/>
          <ac:spMkLst>
            <pc:docMk/>
            <pc:sldMk cId="2698488554" sldId="2147483039"/>
            <ac:spMk id="57" creationId="{1A6CE210-85DB-2710-F335-FA4013F80A5C}"/>
          </ac:spMkLst>
        </pc:spChg>
        <pc:spChg chg="add del mod">
          <ac:chgData name="Kumar Yerrapathni" userId="3863b97b-0242-4a9f-a0da-9c50892cb441" providerId="ADAL" clId="{3C80390B-7826-4E30-8A03-B0C3E2D5384E}" dt="2025-03-25T09:47:18.723" v="2862" actId="478"/>
          <ac:spMkLst>
            <pc:docMk/>
            <pc:sldMk cId="2698488554" sldId="2147483039"/>
            <ac:spMk id="58" creationId="{709684B0-1E8E-A5A4-CCA6-64DBE73F5B43}"/>
          </ac:spMkLst>
        </pc:spChg>
        <pc:spChg chg="add del mod">
          <ac:chgData name="Kumar Yerrapathni" userId="3863b97b-0242-4a9f-a0da-9c50892cb441" providerId="ADAL" clId="{3C80390B-7826-4E30-8A03-B0C3E2D5384E}" dt="2025-03-25T09:47:18.723" v="2862" actId="478"/>
          <ac:spMkLst>
            <pc:docMk/>
            <pc:sldMk cId="2698488554" sldId="2147483039"/>
            <ac:spMk id="59" creationId="{1306D6CA-FBEC-B57F-E6DA-AC699AFAAD86}"/>
          </ac:spMkLst>
        </pc:spChg>
        <pc:spChg chg="add del mod">
          <ac:chgData name="Kumar Yerrapathni" userId="3863b97b-0242-4a9f-a0da-9c50892cb441" providerId="ADAL" clId="{3C80390B-7826-4E30-8A03-B0C3E2D5384E}" dt="2025-03-25T09:47:18.723" v="2862" actId="478"/>
          <ac:spMkLst>
            <pc:docMk/>
            <pc:sldMk cId="2698488554" sldId="2147483039"/>
            <ac:spMk id="61" creationId="{2DDE7354-CF60-002C-BB17-CDFEE56D5630}"/>
          </ac:spMkLst>
        </pc:spChg>
        <pc:spChg chg="add del mod">
          <ac:chgData name="Kumar Yerrapathni" userId="3863b97b-0242-4a9f-a0da-9c50892cb441" providerId="ADAL" clId="{3C80390B-7826-4E30-8A03-B0C3E2D5384E}" dt="2025-03-25T09:47:18.723" v="2862" actId="478"/>
          <ac:spMkLst>
            <pc:docMk/>
            <pc:sldMk cId="2698488554" sldId="2147483039"/>
            <ac:spMk id="64" creationId="{00A1671A-38C9-81FF-13F0-2C46ACE46876}"/>
          </ac:spMkLst>
        </pc:spChg>
        <pc:spChg chg="add del mod">
          <ac:chgData name="Kumar Yerrapathni" userId="3863b97b-0242-4a9f-a0da-9c50892cb441" providerId="ADAL" clId="{3C80390B-7826-4E30-8A03-B0C3E2D5384E}" dt="2025-03-25T09:47:18.723" v="2862" actId="478"/>
          <ac:spMkLst>
            <pc:docMk/>
            <pc:sldMk cId="2698488554" sldId="2147483039"/>
            <ac:spMk id="66" creationId="{8DFE48C0-9C44-C3C2-CD3D-390740EB03CF}"/>
          </ac:spMkLst>
        </pc:spChg>
        <pc:spChg chg="add del mod">
          <ac:chgData name="Kumar Yerrapathni" userId="3863b97b-0242-4a9f-a0da-9c50892cb441" providerId="ADAL" clId="{3C80390B-7826-4E30-8A03-B0C3E2D5384E}" dt="2025-03-25T09:47:18.723" v="2862" actId="478"/>
          <ac:spMkLst>
            <pc:docMk/>
            <pc:sldMk cId="2698488554" sldId="2147483039"/>
            <ac:spMk id="69" creationId="{2C47AB70-F06E-2014-EF0F-9E986295A858}"/>
          </ac:spMkLst>
        </pc:spChg>
        <pc:spChg chg="add del mod">
          <ac:chgData name="Kumar Yerrapathni" userId="3863b97b-0242-4a9f-a0da-9c50892cb441" providerId="ADAL" clId="{3C80390B-7826-4E30-8A03-B0C3E2D5384E}" dt="2025-03-25T09:47:18.723" v="2862" actId="478"/>
          <ac:spMkLst>
            <pc:docMk/>
            <pc:sldMk cId="2698488554" sldId="2147483039"/>
            <ac:spMk id="71" creationId="{C137A14E-762C-A531-6265-E5ED9526544B}"/>
          </ac:spMkLst>
        </pc:spChg>
        <pc:spChg chg="add del mod">
          <ac:chgData name="Kumar Yerrapathni" userId="3863b97b-0242-4a9f-a0da-9c50892cb441" providerId="ADAL" clId="{3C80390B-7826-4E30-8A03-B0C3E2D5384E}" dt="2025-03-25T09:47:18.723" v="2862" actId="478"/>
          <ac:spMkLst>
            <pc:docMk/>
            <pc:sldMk cId="2698488554" sldId="2147483039"/>
            <ac:spMk id="73" creationId="{2B20F640-D591-8045-D335-67BB0F12C1C8}"/>
          </ac:spMkLst>
        </pc:spChg>
        <pc:spChg chg="add mod">
          <ac:chgData name="Kumar Yerrapathni" userId="3863b97b-0242-4a9f-a0da-9c50892cb441" providerId="ADAL" clId="{3C80390B-7826-4E30-8A03-B0C3E2D5384E}" dt="2025-03-25T09:47:35.631" v="2863"/>
          <ac:spMkLst>
            <pc:docMk/>
            <pc:sldMk cId="2698488554" sldId="2147483039"/>
            <ac:spMk id="76" creationId="{7E025AAC-C8F0-E81D-F5CB-5580DB04D3C8}"/>
          </ac:spMkLst>
        </pc:spChg>
        <pc:spChg chg="add mod">
          <ac:chgData name="Kumar Yerrapathni" userId="3863b97b-0242-4a9f-a0da-9c50892cb441" providerId="ADAL" clId="{3C80390B-7826-4E30-8A03-B0C3E2D5384E}" dt="2025-03-25T09:47:35.631" v="2863"/>
          <ac:spMkLst>
            <pc:docMk/>
            <pc:sldMk cId="2698488554" sldId="2147483039"/>
            <ac:spMk id="77" creationId="{1F9940EF-9EC3-1833-2BF7-72579178ACE6}"/>
          </ac:spMkLst>
        </pc:spChg>
        <pc:spChg chg="add mod">
          <ac:chgData name="Kumar Yerrapathni" userId="3863b97b-0242-4a9f-a0da-9c50892cb441" providerId="ADAL" clId="{3C80390B-7826-4E30-8A03-B0C3E2D5384E}" dt="2025-03-25T09:47:35.631" v="2863"/>
          <ac:spMkLst>
            <pc:docMk/>
            <pc:sldMk cId="2698488554" sldId="2147483039"/>
            <ac:spMk id="78" creationId="{E2909219-7354-6656-545A-F098760E5643}"/>
          </ac:spMkLst>
        </pc:spChg>
        <pc:spChg chg="add mod">
          <ac:chgData name="Kumar Yerrapathni" userId="3863b97b-0242-4a9f-a0da-9c50892cb441" providerId="ADAL" clId="{3C80390B-7826-4E30-8A03-B0C3E2D5384E}" dt="2025-03-25T12:35:41.797" v="4148" actId="1038"/>
          <ac:spMkLst>
            <pc:docMk/>
            <pc:sldMk cId="2698488554" sldId="2147483039"/>
            <ac:spMk id="79" creationId="{450FCA8F-73B2-5329-FA4B-8AD744153746}"/>
          </ac:spMkLst>
        </pc:spChg>
        <pc:spChg chg="add mod">
          <ac:chgData name="Kumar Yerrapathni" userId="3863b97b-0242-4a9f-a0da-9c50892cb441" providerId="ADAL" clId="{3C80390B-7826-4E30-8A03-B0C3E2D5384E}" dt="2025-03-25T12:30:26.964" v="4073" actId="14100"/>
          <ac:spMkLst>
            <pc:docMk/>
            <pc:sldMk cId="2698488554" sldId="2147483039"/>
            <ac:spMk id="80" creationId="{7D9FC5D8-CEDB-84D8-4DE0-C2EB9A68E514}"/>
          </ac:spMkLst>
        </pc:spChg>
        <pc:spChg chg="add mod">
          <ac:chgData name="Kumar Yerrapathni" userId="3863b97b-0242-4a9f-a0da-9c50892cb441" providerId="ADAL" clId="{3C80390B-7826-4E30-8A03-B0C3E2D5384E}" dt="2025-03-25T09:47:35.631" v="2863"/>
          <ac:spMkLst>
            <pc:docMk/>
            <pc:sldMk cId="2698488554" sldId="2147483039"/>
            <ac:spMk id="81" creationId="{689D158D-BAE7-A9F5-3958-4EDFC5AE9E59}"/>
          </ac:spMkLst>
        </pc:spChg>
        <pc:spChg chg="add mod">
          <ac:chgData name="Kumar Yerrapathni" userId="3863b97b-0242-4a9f-a0da-9c50892cb441" providerId="ADAL" clId="{3C80390B-7826-4E30-8A03-B0C3E2D5384E}" dt="2025-03-25T09:47:35.631" v="2863"/>
          <ac:spMkLst>
            <pc:docMk/>
            <pc:sldMk cId="2698488554" sldId="2147483039"/>
            <ac:spMk id="86" creationId="{7BD26933-3D56-3992-095D-DA7D133EB37B}"/>
          </ac:spMkLst>
        </pc:spChg>
        <pc:spChg chg="add mod">
          <ac:chgData name="Kumar Yerrapathni" userId="3863b97b-0242-4a9f-a0da-9c50892cb441" providerId="ADAL" clId="{3C80390B-7826-4E30-8A03-B0C3E2D5384E}" dt="2025-03-25T09:47:35.631" v="2863"/>
          <ac:spMkLst>
            <pc:docMk/>
            <pc:sldMk cId="2698488554" sldId="2147483039"/>
            <ac:spMk id="87" creationId="{E6DB1327-A71E-29B3-066C-B32D3E0AC310}"/>
          </ac:spMkLst>
        </pc:spChg>
        <pc:spChg chg="add mod">
          <ac:chgData name="Kumar Yerrapathni" userId="3863b97b-0242-4a9f-a0da-9c50892cb441" providerId="ADAL" clId="{3C80390B-7826-4E30-8A03-B0C3E2D5384E}" dt="2025-03-25T09:47:35.631" v="2863"/>
          <ac:spMkLst>
            <pc:docMk/>
            <pc:sldMk cId="2698488554" sldId="2147483039"/>
            <ac:spMk id="88" creationId="{146A97C6-5FC3-CB88-9A63-C26EF01221A2}"/>
          </ac:spMkLst>
        </pc:spChg>
        <pc:spChg chg="add mod">
          <ac:chgData name="Kumar Yerrapathni" userId="3863b97b-0242-4a9f-a0da-9c50892cb441" providerId="ADAL" clId="{3C80390B-7826-4E30-8A03-B0C3E2D5384E}" dt="2025-03-25T12:31:46.152" v="4099" actId="1037"/>
          <ac:spMkLst>
            <pc:docMk/>
            <pc:sldMk cId="2698488554" sldId="2147483039"/>
            <ac:spMk id="89" creationId="{2021980C-3522-AD57-9DA3-3AA2B29AF374}"/>
          </ac:spMkLst>
        </pc:spChg>
        <pc:spChg chg="add mod">
          <ac:chgData name="Kumar Yerrapathni" userId="3863b97b-0242-4a9f-a0da-9c50892cb441" providerId="ADAL" clId="{3C80390B-7826-4E30-8A03-B0C3E2D5384E}" dt="2025-03-25T09:47:35.631" v="2863"/>
          <ac:spMkLst>
            <pc:docMk/>
            <pc:sldMk cId="2698488554" sldId="2147483039"/>
            <ac:spMk id="91" creationId="{ECD234E2-AE9F-791E-924B-C7740B5BCE6B}"/>
          </ac:spMkLst>
        </pc:spChg>
        <pc:spChg chg="add mod">
          <ac:chgData name="Kumar Yerrapathni" userId="3863b97b-0242-4a9f-a0da-9c50892cb441" providerId="ADAL" clId="{3C80390B-7826-4E30-8A03-B0C3E2D5384E}" dt="2025-03-25T09:47:35.631" v="2863"/>
          <ac:spMkLst>
            <pc:docMk/>
            <pc:sldMk cId="2698488554" sldId="2147483039"/>
            <ac:spMk id="94" creationId="{2F5A6478-8B85-6775-E4B0-0EF7696E4910}"/>
          </ac:spMkLst>
        </pc:spChg>
        <pc:spChg chg="add mod">
          <ac:chgData name="Kumar Yerrapathni" userId="3863b97b-0242-4a9f-a0da-9c50892cb441" providerId="ADAL" clId="{3C80390B-7826-4E30-8A03-B0C3E2D5384E}" dt="2025-03-25T09:47:35.631" v="2863"/>
          <ac:spMkLst>
            <pc:docMk/>
            <pc:sldMk cId="2698488554" sldId="2147483039"/>
            <ac:spMk id="95" creationId="{79509EAF-4DFD-E00A-D88E-81B803F5E1E2}"/>
          </ac:spMkLst>
        </pc:spChg>
        <pc:spChg chg="add mod">
          <ac:chgData name="Kumar Yerrapathni" userId="3863b97b-0242-4a9f-a0da-9c50892cb441" providerId="ADAL" clId="{3C80390B-7826-4E30-8A03-B0C3E2D5384E}" dt="2025-03-25T12:36:36.352" v="4167" actId="1036"/>
          <ac:spMkLst>
            <pc:docMk/>
            <pc:sldMk cId="2698488554" sldId="2147483039"/>
            <ac:spMk id="96" creationId="{86DA1444-A7F7-60EC-44AE-B002290EC7D4}"/>
          </ac:spMkLst>
        </pc:spChg>
        <pc:spChg chg="add mod">
          <ac:chgData name="Kumar Yerrapathni" userId="3863b97b-0242-4a9f-a0da-9c50892cb441" providerId="ADAL" clId="{3C80390B-7826-4E30-8A03-B0C3E2D5384E}" dt="2025-03-25T12:35:20.113" v="4112" actId="207"/>
          <ac:spMkLst>
            <pc:docMk/>
            <pc:sldMk cId="2698488554" sldId="2147483039"/>
            <ac:spMk id="97" creationId="{38FD64F9-E34C-770C-E61F-45C8779CDA27}"/>
          </ac:spMkLst>
        </pc:spChg>
        <pc:spChg chg="add mod">
          <ac:chgData name="Kumar Yerrapathni" userId="3863b97b-0242-4a9f-a0da-9c50892cb441" providerId="ADAL" clId="{3C80390B-7826-4E30-8A03-B0C3E2D5384E}" dt="2025-03-25T12:35:20.113" v="4112" actId="207"/>
          <ac:spMkLst>
            <pc:docMk/>
            <pc:sldMk cId="2698488554" sldId="2147483039"/>
            <ac:spMk id="98" creationId="{499CD3E1-46C8-DC82-3CEE-52C72906621E}"/>
          </ac:spMkLst>
        </pc:spChg>
        <pc:spChg chg="add mod">
          <ac:chgData name="Kumar Yerrapathni" userId="3863b97b-0242-4a9f-a0da-9c50892cb441" providerId="ADAL" clId="{3C80390B-7826-4E30-8A03-B0C3E2D5384E}" dt="2025-03-25T09:47:35.631" v="2863"/>
          <ac:spMkLst>
            <pc:docMk/>
            <pc:sldMk cId="2698488554" sldId="2147483039"/>
            <ac:spMk id="100" creationId="{71069AB8-0C66-0749-6A95-BD2DCDD92DC1}"/>
          </ac:spMkLst>
        </pc:spChg>
        <pc:spChg chg="add mod">
          <ac:chgData name="Kumar Yerrapathni" userId="3863b97b-0242-4a9f-a0da-9c50892cb441" providerId="ADAL" clId="{3C80390B-7826-4E30-8A03-B0C3E2D5384E}" dt="2025-03-25T09:47:35.631" v="2863"/>
          <ac:spMkLst>
            <pc:docMk/>
            <pc:sldMk cId="2698488554" sldId="2147483039"/>
            <ac:spMk id="103" creationId="{65150F06-3C0F-C644-B7E1-27274BA96880}"/>
          </ac:spMkLst>
        </pc:spChg>
        <pc:spChg chg="add mod">
          <ac:chgData name="Kumar Yerrapathni" userId="3863b97b-0242-4a9f-a0da-9c50892cb441" providerId="ADAL" clId="{3C80390B-7826-4E30-8A03-B0C3E2D5384E}" dt="2025-03-25T09:47:35.631" v="2863"/>
          <ac:spMkLst>
            <pc:docMk/>
            <pc:sldMk cId="2698488554" sldId="2147483039"/>
            <ac:spMk id="104" creationId="{B934BD53-168F-953B-845E-AF958CC6E399}"/>
          </ac:spMkLst>
        </pc:spChg>
        <pc:spChg chg="add mod">
          <ac:chgData name="Kumar Yerrapathni" userId="3863b97b-0242-4a9f-a0da-9c50892cb441" providerId="ADAL" clId="{3C80390B-7826-4E30-8A03-B0C3E2D5384E}" dt="2025-03-25T09:47:35.631" v="2863"/>
          <ac:spMkLst>
            <pc:docMk/>
            <pc:sldMk cId="2698488554" sldId="2147483039"/>
            <ac:spMk id="105" creationId="{EE7AAAB8-D845-1AC0-DB48-03D0CD05FFE3}"/>
          </ac:spMkLst>
        </pc:spChg>
        <pc:spChg chg="add mod">
          <ac:chgData name="Kumar Yerrapathni" userId="3863b97b-0242-4a9f-a0da-9c50892cb441" providerId="ADAL" clId="{3C80390B-7826-4E30-8A03-B0C3E2D5384E}" dt="2025-03-25T09:47:35.631" v="2863"/>
          <ac:spMkLst>
            <pc:docMk/>
            <pc:sldMk cId="2698488554" sldId="2147483039"/>
            <ac:spMk id="107" creationId="{EF1835F8-BFAF-9E4C-6E5B-501C9C697A80}"/>
          </ac:spMkLst>
        </pc:spChg>
        <pc:spChg chg="add mod">
          <ac:chgData name="Kumar Yerrapathni" userId="3863b97b-0242-4a9f-a0da-9c50892cb441" providerId="ADAL" clId="{3C80390B-7826-4E30-8A03-B0C3E2D5384E}" dt="2025-03-25T09:47:35.631" v="2863"/>
          <ac:spMkLst>
            <pc:docMk/>
            <pc:sldMk cId="2698488554" sldId="2147483039"/>
            <ac:spMk id="109" creationId="{921CE6F9-92F0-7D67-C160-D380565D3348}"/>
          </ac:spMkLst>
        </pc:spChg>
        <pc:spChg chg="add mod">
          <ac:chgData name="Kumar Yerrapathni" userId="3863b97b-0242-4a9f-a0da-9c50892cb441" providerId="ADAL" clId="{3C80390B-7826-4E30-8A03-B0C3E2D5384E}" dt="2025-03-25T09:47:35.631" v="2863"/>
          <ac:spMkLst>
            <pc:docMk/>
            <pc:sldMk cId="2698488554" sldId="2147483039"/>
            <ac:spMk id="110" creationId="{A2366D0F-EE29-5CD6-DAB6-C388CF4B036E}"/>
          </ac:spMkLst>
        </pc:spChg>
        <pc:spChg chg="add mod">
          <ac:chgData name="Kumar Yerrapathni" userId="3863b97b-0242-4a9f-a0da-9c50892cb441" providerId="ADAL" clId="{3C80390B-7826-4E30-8A03-B0C3E2D5384E}" dt="2025-03-25T09:47:35.631" v="2863"/>
          <ac:spMkLst>
            <pc:docMk/>
            <pc:sldMk cId="2698488554" sldId="2147483039"/>
            <ac:spMk id="113" creationId="{A5A11F47-16D4-E888-97C8-0C065123E181}"/>
          </ac:spMkLst>
        </pc:spChg>
        <pc:spChg chg="add mod">
          <ac:chgData name="Kumar Yerrapathni" userId="3863b97b-0242-4a9f-a0da-9c50892cb441" providerId="ADAL" clId="{3C80390B-7826-4E30-8A03-B0C3E2D5384E}" dt="2025-03-25T09:47:35.631" v="2863"/>
          <ac:spMkLst>
            <pc:docMk/>
            <pc:sldMk cId="2698488554" sldId="2147483039"/>
            <ac:spMk id="115" creationId="{AE0BE5DE-8469-2FBC-8044-2D22B8EEF1B3}"/>
          </ac:spMkLst>
        </pc:spChg>
        <pc:spChg chg="add mod">
          <ac:chgData name="Kumar Yerrapathni" userId="3863b97b-0242-4a9f-a0da-9c50892cb441" providerId="ADAL" clId="{3C80390B-7826-4E30-8A03-B0C3E2D5384E}" dt="2025-03-25T09:47:35.631" v="2863"/>
          <ac:spMkLst>
            <pc:docMk/>
            <pc:sldMk cId="2698488554" sldId="2147483039"/>
            <ac:spMk id="123" creationId="{844E3467-086B-68B7-287F-71E7E727D857}"/>
          </ac:spMkLst>
        </pc:spChg>
        <pc:spChg chg="add mod">
          <ac:chgData name="Kumar Yerrapathni" userId="3863b97b-0242-4a9f-a0da-9c50892cb441" providerId="ADAL" clId="{3C80390B-7826-4E30-8A03-B0C3E2D5384E}" dt="2025-03-25T09:47:35.631" v="2863"/>
          <ac:spMkLst>
            <pc:docMk/>
            <pc:sldMk cId="2698488554" sldId="2147483039"/>
            <ac:spMk id="124" creationId="{02917CCC-DC40-F964-D056-99E4EC1B8539}"/>
          </ac:spMkLst>
        </pc:spChg>
        <pc:spChg chg="add mod">
          <ac:chgData name="Kumar Yerrapathni" userId="3863b97b-0242-4a9f-a0da-9c50892cb441" providerId="ADAL" clId="{3C80390B-7826-4E30-8A03-B0C3E2D5384E}" dt="2025-03-25T09:47:35.631" v="2863"/>
          <ac:spMkLst>
            <pc:docMk/>
            <pc:sldMk cId="2698488554" sldId="2147483039"/>
            <ac:spMk id="125" creationId="{F82922DC-0424-0AE8-FE85-4FA2ECEABA95}"/>
          </ac:spMkLst>
        </pc:spChg>
        <pc:spChg chg="add mod">
          <ac:chgData name="Kumar Yerrapathni" userId="3863b97b-0242-4a9f-a0da-9c50892cb441" providerId="ADAL" clId="{3C80390B-7826-4E30-8A03-B0C3E2D5384E}" dt="2025-03-25T09:47:35.631" v="2863"/>
          <ac:spMkLst>
            <pc:docMk/>
            <pc:sldMk cId="2698488554" sldId="2147483039"/>
            <ac:spMk id="126" creationId="{859446D3-05A7-F6FC-0C80-087A9C9BB922}"/>
          </ac:spMkLst>
        </pc:spChg>
        <pc:spChg chg="add mod">
          <ac:chgData name="Kumar Yerrapathni" userId="3863b97b-0242-4a9f-a0da-9c50892cb441" providerId="ADAL" clId="{3C80390B-7826-4E30-8A03-B0C3E2D5384E}" dt="2025-03-25T09:47:35.631" v="2863"/>
          <ac:spMkLst>
            <pc:docMk/>
            <pc:sldMk cId="2698488554" sldId="2147483039"/>
            <ac:spMk id="127" creationId="{935D5919-1AEB-4A2B-2B07-FE01F6B8F712}"/>
          </ac:spMkLst>
        </pc:spChg>
        <pc:spChg chg="add mod">
          <ac:chgData name="Kumar Yerrapathni" userId="3863b97b-0242-4a9f-a0da-9c50892cb441" providerId="ADAL" clId="{3C80390B-7826-4E30-8A03-B0C3E2D5384E}" dt="2025-03-25T09:47:35.631" v="2863"/>
          <ac:spMkLst>
            <pc:docMk/>
            <pc:sldMk cId="2698488554" sldId="2147483039"/>
            <ac:spMk id="128" creationId="{033A1AB5-0C90-A3D5-7B64-9163A58595AB}"/>
          </ac:spMkLst>
        </pc:spChg>
        <pc:spChg chg="add mod">
          <ac:chgData name="Kumar Yerrapathni" userId="3863b97b-0242-4a9f-a0da-9c50892cb441" providerId="ADAL" clId="{3C80390B-7826-4E30-8A03-B0C3E2D5384E}" dt="2025-03-25T09:47:35.631" v="2863"/>
          <ac:spMkLst>
            <pc:docMk/>
            <pc:sldMk cId="2698488554" sldId="2147483039"/>
            <ac:spMk id="129" creationId="{DCD37711-9A65-374B-664C-DF594B99CD92}"/>
          </ac:spMkLst>
        </pc:spChg>
        <pc:spChg chg="add mod">
          <ac:chgData name="Kumar Yerrapathni" userId="3863b97b-0242-4a9f-a0da-9c50892cb441" providerId="ADAL" clId="{3C80390B-7826-4E30-8A03-B0C3E2D5384E}" dt="2025-03-25T09:47:35.631" v="2863"/>
          <ac:spMkLst>
            <pc:docMk/>
            <pc:sldMk cId="2698488554" sldId="2147483039"/>
            <ac:spMk id="131" creationId="{91E6A25A-467D-F0D2-A357-ABF4B05A43A1}"/>
          </ac:spMkLst>
        </pc:spChg>
        <pc:spChg chg="add mod">
          <ac:chgData name="Kumar Yerrapathni" userId="3863b97b-0242-4a9f-a0da-9c50892cb441" providerId="ADAL" clId="{3C80390B-7826-4E30-8A03-B0C3E2D5384E}" dt="2025-03-25T09:47:35.631" v="2863"/>
          <ac:spMkLst>
            <pc:docMk/>
            <pc:sldMk cId="2698488554" sldId="2147483039"/>
            <ac:spMk id="134" creationId="{47765DB5-7A70-EE50-900B-DDE926DA325B}"/>
          </ac:spMkLst>
        </pc:spChg>
        <pc:spChg chg="add mod">
          <ac:chgData name="Kumar Yerrapathni" userId="3863b97b-0242-4a9f-a0da-9c50892cb441" providerId="ADAL" clId="{3C80390B-7826-4E30-8A03-B0C3E2D5384E}" dt="2025-03-25T09:47:35.631" v="2863"/>
          <ac:spMkLst>
            <pc:docMk/>
            <pc:sldMk cId="2698488554" sldId="2147483039"/>
            <ac:spMk id="136" creationId="{049D63EC-5284-8736-12AB-CA1839AF1D13}"/>
          </ac:spMkLst>
        </pc:spChg>
        <pc:spChg chg="add mod">
          <ac:chgData name="Kumar Yerrapathni" userId="3863b97b-0242-4a9f-a0da-9c50892cb441" providerId="ADAL" clId="{3C80390B-7826-4E30-8A03-B0C3E2D5384E}" dt="2025-03-25T09:47:35.631" v="2863"/>
          <ac:spMkLst>
            <pc:docMk/>
            <pc:sldMk cId="2698488554" sldId="2147483039"/>
            <ac:spMk id="139" creationId="{31CA320D-C410-F7F4-0454-39236F138F3C}"/>
          </ac:spMkLst>
        </pc:spChg>
        <pc:spChg chg="add mod">
          <ac:chgData name="Kumar Yerrapathni" userId="3863b97b-0242-4a9f-a0da-9c50892cb441" providerId="ADAL" clId="{3C80390B-7826-4E30-8A03-B0C3E2D5384E}" dt="2025-03-25T09:47:35.631" v="2863"/>
          <ac:spMkLst>
            <pc:docMk/>
            <pc:sldMk cId="2698488554" sldId="2147483039"/>
            <ac:spMk id="141" creationId="{1A14F351-1F52-2A73-B2E5-E9CBF6FBE308}"/>
          </ac:spMkLst>
        </pc:spChg>
        <pc:spChg chg="add mod">
          <ac:chgData name="Kumar Yerrapathni" userId="3863b97b-0242-4a9f-a0da-9c50892cb441" providerId="ADAL" clId="{3C80390B-7826-4E30-8A03-B0C3E2D5384E}" dt="2025-03-25T09:47:35.631" v="2863"/>
          <ac:spMkLst>
            <pc:docMk/>
            <pc:sldMk cId="2698488554" sldId="2147483039"/>
            <ac:spMk id="143" creationId="{C100AAFF-61EF-57FA-B1AA-EAA7B1B661C2}"/>
          </ac:spMkLst>
        </pc:spChg>
        <pc:graphicFrameChg chg="add del mod ord">
          <ac:chgData name="Kumar Yerrapathni" userId="3863b97b-0242-4a9f-a0da-9c50892cb441" providerId="ADAL" clId="{3C80390B-7826-4E30-8A03-B0C3E2D5384E}" dt="2025-03-25T09:47:18.723" v="2862" actId="478"/>
          <ac:graphicFrameMkLst>
            <pc:docMk/>
            <pc:sldMk cId="2698488554" sldId="2147483039"/>
            <ac:graphicFrameMk id="4" creationId="{67AB01F0-A2B0-001A-2F9C-71243906FAC1}"/>
          </ac:graphicFrameMkLst>
        </pc:graphicFrameChg>
        <pc:graphicFrameChg chg="add mod">
          <ac:chgData name="Kumar Yerrapathni" userId="3863b97b-0242-4a9f-a0da-9c50892cb441" providerId="ADAL" clId="{3C80390B-7826-4E30-8A03-B0C3E2D5384E}" dt="2025-03-25T09:47:35.631" v="2863"/>
          <ac:graphicFrameMkLst>
            <pc:docMk/>
            <pc:sldMk cId="2698488554" sldId="2147483039"/>
            <ac:graphicFrameMk id="75" creationId="{A68EF078-97D2-E507-54F1-B2FC1483139E}"/>
          </ac:graphicFrameMkLst>
        </pc:graphicFrameChg>
        <pc:picChg chg="del">
          <ac:chgData name="Kumar Yerrapathni" userId="3863b97b-0242-4a9f-a0da-9c50892cb441" providerId="ADAL" clId="{3C80390B-7826-4E30-8A03-B0C3E2D5384E}" dt="2025-03-25T09:44:39.069" v="2857" actId="478"/>
          <ac:picMkLst>
            <pc:docMk/>
            <pc:sldMk cId="2698488554" sldId="2147483039"/>
            <ac:picMk id="3" creationId="{80B2C30E-B58F-F231-41C1-92DEB1B9EA44}"/>
          </ac:picMkLst>
        </pc:picChg>
        <pc:picChg chg="add del mod">
          <ac:chgData name="Kumar Yerrapathni" userId="3863b97b-0242-4a9f-a0da-9c50892cb441" providerId="ADAL" clId="{3C80390B-7826-4E30-8A03-B0C3E2D5384E}" dt="2025-03-25T09:47:18.723" v="2862" actId="478"/>
          <ac:picMkLst>
            <pc:docMk/>
            <pc:sldMk cId="2698488554" sldId="2147483039"/>
            <ac:picMk id="19" creationId="{D169DDFC-83DB-93E1-336A-2F126EDA7690}"/>
          </ac:picMkLst>
        </pc:picChg>
        <pc:picChg chg="add del mod">
          <ac:chgData name="Kumar Yerrapathni" userId="3863b97b-0242-4a9f-a0da-9c50892cb441" providerId="ADAL" clId="{3C80390B-7826-4E30-8A03-B0C3E2D5384E}" dt="2025-03-25T09:47:18.723" v="2862" actId="478"/>
          <ac:picMkLst>
            <pc:docMk/>
            <pc:sldMk cId="2698488554" sldId="2147483039"/>
            <ac:picMk id="31" creationId="{739C7CEB-39EE-5FAE-CA6C-48E0B4C6A244}"/>
          </ac:picMkLst>
        </pc:picChg>
        <pc:picChg chg="add del mod">
          <ac:chgData name="Kumar Yerrapathni" userId="3863b97b-0242-4a9f-a0da-9c50892cb441" providerId="ADAL" clId="{3C80390B-7826-4E30-8A03-B0C3E2D5384E}" dt="2025-03-25T09:47:18.723" v="2862" actId="478"/>
          <ac:picMkLst>
            <pc:docMk/>
            <pc:sldMk cId="2698488554" sldId="2147483039"/>
            <ac:picMk id="32" creationId="{DBA253BA-97F5-58A5-754D-193B06D51760}"/>
          </ac:picMkLst>
        </pc:picChg>
        <pc:picChg chg="add del mod">
          <ac:chgData name="Kumar Yerrapathni" userId="3863b97b-0242-4a9f-a0da-9c50892cb441" providerId="ADAL" clId="{3C80390B-7826-4E30-8A03-B0C3E2D5384E}" dt="2025-03-25T09:47:18.723" v="2862" actId="478"/>
          <ac:picMkLst>
            <pc:docMk/>
            <pc:sldMk cId="2698488554" sldId="2147483039"/>
            <ac:picMk id="36" creationId="{1AE0A480-5BF0-BCEA-A850-32AB12C303B7}"/>
          </ac:picMkLst>
        </pc:picChg>
        <pc:picChg chg="add del mod">
          <ac:chgData name="Kumar Yerrapathni" userId="3863b97b-0242-4a9f-a0da-9c50892cb441" providerId="ADAL" clId="{3C80390B-7826-4E30-8A03-B0C3E2D5384E}" dt="2025-03-25T09:47:18.723" v="2862" actId="478"/>
          <ac:picMkLst>
            <pc:docMk/>
            <pc:sldMk cId="2698488554" sldId="2147483039"/>
            <ac:picMk id="38" creationId="{1D564914-A0B0-9947-3980-79B4F905E0D1}"/>
          </ac:picMkLst>
        </pc:picChg>
        <pc:picChg chg="add del mod">
          <ac:chgData name="Kumar Yerrapathni" userId="3863b97b-0242-4a9f-a0da-9c50892cb441" providerId="ADAL" clId="{3C80390B-7826-4E30-8A03-B0C3E2D5384E}" dt="2025-03-25T09:47:18.723" v="2862" actId="478"/>
          <ac:picMkLst>
            <pc:docMk/>
            <pc:sldMk cId="2698488554" sldId="2147483039"/>
            <ac:picMk id="41" creationId="{9D9FE72D-D96A-9C12-060D-13FACDB59586}"/>
          </ac:picMkLst>
        </pc:picChg>
        <pc:picChg chg="add del mod">
          <ac:chgData name="Kumar Yerrapathni" userId="3863b97b-0242-4a9f-a0da-9c50892cb441" providerId="ADAL" clId="{3C80390B-7826-4E30-8A03-B0C3E2D5384E}" dt="2025-03-25T09:47:18.723" v="2862" actId="478"/>
          <ac:picMkLst>
            <pc:docMk/>
            <pc:sldMk cId="2698488554" sldId="2147483039"/>
            <ac:picMk id="42" creationId="{FFF14F9F-5039-06A4-8F26-D5E632F85170}"/>
          </ac:picMkLst>
        </pc:picChg>
        <pc:picChg chg="add del mod">
          <ac:chgData name="Kumar Yerrapathni" userId="3863b97b-0242-4a9f-a0da-9c50892cb441" providerId="ADAL" clId="{3C80390B-7826-4E30-8A03-B0C3E2D5384E}" dt="2025-03-25T09:47:18.723" v="2862" actId="478"/>
          <ac:picMkLst>
            <pc:docMk/>
            <pc:sldMk cId="2698488554" sldId="2147483039"/>
            <ac:picMk id="44" creationId="{CF1CE474-3842-FDFB-5643-DC9BF1949CC4}"/>
          </ac:picMkLst>
        </pc:picChg>
        <pc:picChg chg="add del mod">
          <ac:chgData name="Kumar Yerrapathni" userId="3863b97b-0242-4a9f-a0da-9c50892cb441" providerId="ADAL" clId="{3C80390B-7826-4E30-8A03-B0C3E2D5384E}" dt="2025-03-25T09:47:18.723" v="2862" actId="478"/>
          <ac:picMkLst>
            <pc:docMk/>
            <pc:sldMk cId="2698488554" sldId="2147483039"/>
            <ac:picMk id="48" creationId="{4AB514FB-B244-2458-E605-1D168858B562}"/>
          </ac:picMkLst>
        </pc:picChg>
        <pc:picChg chg="add del mod">
          <ac:chgData name="Kumar Yerrapathni" userId="3863b97b-0242-4a9f-a0da-9c50892cb441" providerId="ADAL" clId="{3C80390B-7826-4E30-8A03-B0C3E2D5384E}" dt="2025-03-25T09:47:18.723" v="2862" actId="478"/>
          <ac:picMkLst>
            <pc:docMk/>
            <pc:sldMk cId="2698488554" sldId="2147483039"/>
            <ac:picMk id="68" creationId="{6D1124FB-9252-8562-0D65-08CE6EFF5E35}"/>
          </ac:picMkLst>
        </pc:picChg>
        <pc:picChg chg="add del mod">
          <ac:chgData name="Kumar Yerrapathni" userId="3863b97b-0242-4a9f-a0da-9c50892cb441" providerId="ADAL" clId="{3C80390B-7826-4E30-8A03-B0C3E2D5384E}" dt="2025-03-25T09:47:18.723" v="2862" actId="478"/>
          <ac:picMkLst>
            <pc:docMk/>
            <pc:sldMk cId="2698488554" sldId="2147483039"/>
            <ac:picMk id="72" creationId="{81B4A4D5-F426-D48F-1FE2-DA1E42EB0DEF}"/>
          </ac:picMkLst>
        </pc:picChg>
        <pc:picChg chg="add del mod">
          <ac:chgData name="Kumar Yerrapathni" userId="3863b97b-0242-4a9f-a0da-9c50892cb441" providerId="ADAL" clId="{3C80390B-7826-4E30-8A03-B0C3E2D5384E}" dt="2025-03-25T09:47:18.723" v="2862" actId="478"/>
          <ac:picMkLst>
            <pc:docMk/>
            <pc:sldMk cId="2698488554" sldId="2147483039"/>
            <ac:picMk id="74" creationId="{3935665A-8EE2-4DA8-683C-EC4E55783A21}"/>
          </ac:picMkLst>
        </pc:picChg>
        <pc:picChg chg="add mod">
          <ac:chgData name="Kumar Yerrapathni" userId="3863b97b-0242-4a9f-a0da-9c50892cb441" providerId="ADAL" clId="{3C80390B-7826-4E30-8A03-B0C3E2D5384E}" dt="2025-03-25T09:47:35.631" v="2863"/>
          <ac:picMkLst>
            <pc:docMk/>
            <pc:sldMk cId="2698488554" sldId="2147483039"/>
            <ac:picMk id="90" creationId="{3BAB0CED-A8ED-C29E-5B2E-AEDCB2FC69F6}"/>
          </ac:picMkLst>
        </pc:picChg>
        <pc:picChg chg="add mod">
          <ac:chgData name="Kumar Yerrapathni" userId="3863b97b-0242-4a9f-a0da-9c50892cb441" providerId="ADAL" clId="{3C80390B-7826-4E30-8A03-B0C3E2D5384E}" dt="2025-03-25T09:47:35.631" v="2863"/>
          <ac:picMkLst>
            <pc:docMk/>
            <pc:sldMk cId="2698488554" sldId="2147483039"/>
            <ac:picMk id="101" creationId="{02909867-8AF3-45AC-F7CC-C9BE00127441}"/>
          </ac:picMkLst>
        </pc:picChg>
        <pc:picChg chg="add mod">
          <ac:chgData name="Kumar Yerrapathni" userId="3863b97b-0242-4a9f-a0da-9c50892cb441" providerId="ADAL" clId="{3C80390B-7826-4E30-8A03-B0C3E2D5384E}" dt="2025-03-25T09:47:35.631" v="2863"/>
          <ac:picMkLst>
            <pc:docMk/>
            <pc:sldMk cId="2698488554" sldId="2147483039"/>
            <ac:picMk id="102" creationId="{1BE00E40-144A-FC28-75E4-446E2F36DB58}"/>
          </ac:picMkLst>
        </pc:picChg>
        <pc:picChg chg="add mod">
          <ac:chgData name="Kumar Yerrapathni" userId="3863b97b-0242-4a9f-a0da-9c50892cb441" providerId="ADAL" clId="{3C80390B-7826-4E30-8A03-B0C3E2D5384E}" dt="2025-03-25T09:47:35.631" v="2863"/>
          <ac:picMkLst>
            <pc:docMk/>
            <pc:sldMk cId="2698488554" sldId="2147483039"/>
            <ac:picMk id="106" creationId="{6D378F2A-8FD2-0542-91BD-2B9FD03E8CE6}"/>
          </ac:picMkLst>
        </pc:picChg>
        <pc:picChg chg="add mod">
          <ac:chgData name="Kumar Yerrapathni" userId="3863b97b-0242-4a9f-a0da-9c50892cb441" providerId="ADAL" clId="{3C80390B-7826-4E30-8A03-B0C3E2D5384E}" dt="2025-03-25T09:47:35.631" v="2863"/>
          <ac:picMkLst>
            <pc:docMk/>
            <pc:sldMk cId="2698488554" sldId="2147483039"/>
            <ac:picMk id="108" creationId="{17F19A26-4A12-FF70-1D08-38A695EF4347}"/>
          </ac:picMkLst>
        </pc:picChg>
        <pc:picChg chg="add mod">
          <ac:chgData name="Kumar Yerrapathni" userId="3863b97b-0242-4a9f-a0da-9c50892cb441" providerId="ADAL" clId="{3C80390B-7826-4E30-8A03-B0C3E2D5384E}" dt="2025-03-25T09:47:35.631" v="2863"/>
          <ac:picMkLst>
            <pc:docMk/>
            <pc:sldMk cId="2698488554" sldId="2147483039"/>
            <ac:picMk id="111" creationId="{41237B53-973B-C672-2FD6-47438939B215}"/>
          </ac:picMkLst>
        </pc:picChg>
        <pc:picChg chg="add mod">
          <ac:chgData name="Kumar Yerrapathni" userId="3863b97b-0242-4a9f-a0da-9c50892cb441" providerId="ADAL" clId="{3C80390B-7826-4E30-8A03-B0C3E2D5384E}" dt="2025-03-25T09:47:35.631" v="2863"/>
          <ac:picMkLst>
            <pc:docMk/>
            <pc:sldMk cId="2698488554" sldId="2147483039"/>
            <ac:picMk id="112" creationId="{F0B2B3D1-B2AD-6FA9-F076-BC7D09107217}"/>
          </ac:picMkLst>
        </pc:picChg>
        <pc:picChg chg="add mod">
          <ac:chgData name="Kumar Yerrapathni" userId="3863b97b-0242-4a9f-a0da-9c50892cb441" providerId="ADAL" clId="{3C80390B-7826-4E30-8A03-B0C3E2D5384E}" dt="2025-03-25T09:47:35.631" v="2863"/>
          <ac:picMkLst>
            <pc:docMk/>
            <pc:sldMk cId="2698488554" sldId="2147483039"/>
            <ac:picMk id="114" creationId="{6B2A65D8-5168-D206-6A93-BE7C497C7B34}"/>
          </ac:picMkLst>
        </pc:picChg>
        <pc:picChg chg="add mod">
          <ac:chgData name="Kumar Yerrapathni" userId="3863b97b-0242-4a9f-a0da-9c50892cb441" providerId="ADAL" clId="{3C80390B-7826-4E30-8A03-B0C3E2D5384E}" dt="2025-03-25T09:47:35.631" v="2863"/>
          <ac:picMkLst>
            <pc:docMk/>
            <pc:sldMk cId="2698488554" sldId="2147483039"/>
            <ac:picMk id="118" creationId="{F9989CDA-E275-5A7B-DFD1-DF86684C81A7}"/>
          </ac:picMkLst>
        </pc:picChg>
        <pc:picChg chg="add mod">
          <ac:chgData name="Kumar Yerrapathni" userId="3863b97b-0242-4a9f-a0da-9c50892cb441" providerId="ADAL" clId="{3C80390B-7826-4E30-8A03-B0C3E2D5384E}" dt="2025-03-25T09:47:35.631" v="2863"/>
          <ac:picMkLst>
            <pc:docMk/>
            <pc:sldMk cId="2698488554" sldId="2147483039"/>
            <ac:picMk id="138" creationId="{9003AC70-949C-A270-D562-1F26EC67B7B4}"/>
          </ac:picMkLst>
        </pc:picChg>
        <pc:picChg chg="add mod">
          <ac:chgData name="Kumar Yerrapathni" userId="3863b97b-0242-4a9f-a0da-9c50892cb441" providerId="ADAL" clId="{3C80390B-7826-4E30-8A03-B0C3E2D5384E}" dt="2025-03-25T09:47:35.631" v="2863"/>
          <ac:picMkLst>
            <pc:docMk/>
            <pc:sldMk cId="2698488554" sldId="2147483039"/>
            <ac:picMk id="142" creationId="{F6F07A15-6E91-75D8-1FA3-1C6F608DF9A4}"/>
          </ac:picMkLst>
        </pc:picChg>
        <pc:picChg chg="add mod">
          <ac:chgData name="Kumar Yerrapathni" userId="3863b97b-0242-4a9f-a0da-9c50892cb441" providerId="ADAL" clId="{3C80390B-7826-4E30-8A03-B0C3E2D5384E}" dt="2025-03-25T09:47:35.631" v="2863"/>
          <ac:picMkLst>
            <pc:docMk/>
            <pc:sldMk cId="2698488554" sldId="2147483039"/>
            <ac:picMk id="144" creationId="{8A8FE7B4-5683-7D71-A6C1-9922E91E1BB8}"/>
          </ac:picMkLst>
        </pc:picChg>
        <pc:cxnChg chg="add del mod">
          <ac:chgData name="Kumar Yerrapathni" userId="3863b97b-0242-4a9f-a0da-9c50892cb441" providerId="ADAL" clId="{3C80390B-7826-4E30-8A03-B0C3E2D5384E}" dt="2025-03-25T09:47:18.723" v="2862" actId="478"/>
          <ac:cxnSpMkLst>
            <pc:docMk/>
            <pc:sldMk cId="2698488554" sldId="2147483039"/>
            <ac:cxnSpMk id="11" creationId="{8B9EDD8C-0189-701D-9FC5-9852DDB74749}"/>
          </ac:cxnSpMkLst>
        </pc:cxnChg>
        <pc:cxnChg chg="add del mod">
          <ac:chgData name="Kumar Yerrapathni" userId="3863b97b-0242-4a9f-a0da-9c50892cb441" providerId="ADAL" clId="{3C80390B-7826-4E30-8A03-B0C3E2D5384E}" dt="2025-03-25T09:47:18.723" v="2862" actId="478"/>
          <ac:cxnSpMkLst>
            <pc:docMk/>
            <pc:sldMk cId="2698488554" sldId="2147483039"/>
            <ac:cxnSpMk id="12" creationId="{B7AB278F-67EB-1E63-A9AE-36201DE9A3BA}"/>
          </ac:cxnSpMkLst>
        </pc:cxnChg>
        <pc:cxnChg chg="add del mod">
          <ac:chgData name="Kumar Yerrapathni" userId="3863b97b-0242-4a9f-a0da-9c50892cb441" providerId="ADAL" clId="{3C80390B-7826-4E30-8A03-B0C3E2D5384E}" dt="2025-03-25T09:47:18.723" v="2862" actId="478"/>
          <ac:cxnSpMkLst>
            <pc:docMk/>
            <pc:sldMk cId="2698488554" sldId="2147483039"/>
            <ac:cxnSpMk id="13" creationId="{57C96435-03C1-6A39-C154-31DA033650C0}"/>
          </ac:cxnSpMkLst>
        </pc:cxnChg>
        <pc:cxnChg chg="add del mod">
          <ac:chgData name="Kumar Yerrapathni" userId="3863b97b-0242-4a9f-a0da-9c50892cb441" providerId="ADAL" clId="{3C80390B-7826-4E30-8A03-B0C3E2D5384E}" dt="2025-03-25T09:47:18.723" v="2862" actId="478"/>
          <ac:cxnSpMkLst>
            <pc:docMk/>
            <pc:sldMk cId="2698488554" sldId="2147483039"/>
            <ac:cxnSpMk id="14" creationId="{9C1E6316-CE47-FE01-D842-A2DA297CFFA3}"/>
          </ac:cxnSpMkLst>
        </pc:cxnChg>
        <pc:cxnChg chg="add del mod">
          <ac:chgData name="Kumar Yerrapathni" userId="3863b97b-0242-4a9f-a0da-9c50892cb441" providerId="ADAL" clId="{3C80390B-7826-4E30-8A03-B0C3E2D5384E}" dt="2025-03-25T09:47:18.723" v="2862" actId="478"/>
          <ac:cxnSpMkLst>
            <pc:docMk/>
            <pc:sldMk cId="2698488554" sldId="2147483039"/>
            <ac:cxnSpMk id="21" creationId="{D335C410-620E-AEBB-38E0-172219EE651B}"/>
          </ac:cxnSpMkLst>
        </pc:cxnChg>
        <pc:cxnChg chg="add del mod">
          <ac:chgData name="Kumar Yerrapathni" userId="3863b97b-0242-4a9f-a0da-9c50892cb441" providerId="ADAL" clId="{3C80390B-7826-4E30-8A03-B0C3E2D5384E}" dt="2025-03-25T09:47:18.723" v="2862" actId="478"/>
          <ac:cxnSpMkLst>
            <pc:docMk/>
            <pc:sldMk cId="2698488554" sldId="2147483039"/>
            <ac:cxnSpMk id="22" creationId="{82F71377-1436-7442-C718-CB5AA792C8B0}"/>
          </ac:cxnSpMkLst>
        </pc:cxnChg>
        <pc:cxnChg chg="add del mod">
          <ac:chgData name="Kumar Yerrapathni" userId="3863b97b-0242-4a9f-a0da-9c50892cb441" providerId="ADAL" clId="{3C80390B-7826-4E30-8A03-B0C3E2D5384E}" dt="2025-03-25T09:47:18.723" v="2862" actId="478"/>
          <ac:cxnSpMkLst>
            <pc:docMk/>
            <pc:sldMk cId="2698488554" sldId="2147483039"/>
            <ac:cxnSpMk id="28" creationId="{983285D2-6A34-8E10-3599-A4521261DA23}"/>
          </ac:cxnSpMkLst>
        </pc:cxnChg>
        <pc:cxnChg chg="add del mod">
          <ac:chgData name="Kumar Yerrapathni" userId="3863b97b-0242-4a9f-a0da-9c50892cb441" providerId="ADAL" clId="{3C80390B-7826-4E30-8A03-B0C3E2D5384E}" dt="2025-03-25T09:47:18.723" v="2862" actId="478"/>
          <ac:cxnSpMkLst>
            <pc:docMk/>
            <pc:sldMk cId="2698488554" sldId="2147483039"/>
            <ac:cxnSpMk id="46" creationId="{11D9C792-D6F5-6B96-5FB4-C2F176999AFC}"/>
          </ac:cxnSpMkLst>
        </pc:cxnChg>
        <pc:cxnChg chg="add del mod">
          <ac:chgData name="Kumar Yerrapathni" userId="3863b97b-0242-4a9f-a0da-9c50892cb441" providerId="ADAL" clId="{3C80390B-7826-4E30-8A03-B0C3E2D5384E}" dt="2025-03-25T09:47:18.723" v="2862" actId="478"/>
          <ac:cxnSpMkLst>
            <pc:docMk/>
            <pc:sldMk cId="2698488554" sldId="2147483039"/>
            <ac:cxnSpMk id="47" creationId="{4E250804-8AFB-91B4-7EC0-E37740F896C1}"/>
          </ac:cxnSpMkLst>
        </pc:cxnChg>
        <pc:cxnChg chg="add del mod">
          <ac:chgData name="Kumar Yerrapathni" userId="3863b97b-0242-4a9f-a0da-9c50892cb441" providerId="ADAL" clId="{3C80390B-7826-4E30-8A03-B0C3E2D5384E}" dt="2025-03-25T09:47:18.723" v="2862" actId="478"/>
          <ac:cxnSpMkLst>
            <pc:docMk/>
            <pc:sldMk cId="2698488554" sldId="2147483039"/>
            <ac:cxnSpMk id="49" creationId="{6CDD0EB4-67AE-FB8B-1E31-1892332A953F}"/>
          </ac:cxnSpMkLst>
        </pc:cxnChg>
        <pc:cxnChg chg="add del mod">
          <ac:chgData name="Kumar Yerrapathni" userId="3863b97b-0242-4a9f-a0da-9c50892cb441" providerId="ADAL" clId="{3C80390B-7826-4E30-8A03-B0C3E2D5384E}" dt="2025-03-25T09:47:18.723" v="2862" actId="478"/>
          <ac:cxnSpMkLst>
            <pc:docMk/>
            <pc:sldMk cId="2698488554" sldId="2147483039"/>
            <ac:cxnSpMk id="50" creationId="{D71BA39E-145C-725E-BAC6-D82B1E00632B}"/>
          </ac:cxnSpMkLst>
        </pc:cxnChg>
        <pc:cxnChg chg="add del mod">
          <ac:chgData name="Kumar Yerrapathni" userId="3863b97b-0242-4a9f-a0da-9c50892cb441" providerId="ADAL" clId="{3C80390B-7826-4E30-8A03-B0C3E2D5384E}" dt="2025-03-25T09:47:18.723" v="2862" actId="478"/>
          <ac:cxnSpMkLst>
            <pc:docMk/>
            <pc:sldMk cId="2698488554" sldId="2147483039"/>
            <ac:cxnSpMk id="51" creationId="{4784A25A-2F52-0A32-28C2-2BBF9ACC581A}"/>
          </ac:cxnSpMkLst>
        </pc:cxnChg>
        <pc:cxnChg chg="add del mod">
          <ac:chgData name="Kumar Yerrapathni" userId="3863b97b-0242-4a9f-a0da-9c50892cb441" providerId="ADAL" clId="{3C80390B-7826-4E30-8A03-B0C3E2D5384E}" dt="2025-03-25T09:47:18.723" v="2862" actId="478"/>
          <ac:cxnSpMkLst>
            <pc:docMk/>
            <pc:sldMk cId="2698488554" sldId="2147483039"/>
            <ac:cxnSpMk id="52" creationId="{D1385AD8-EDAC-7451-8A46-E4184C16EEA8}"/>
          </ac:cxnSpMkLst>
        </pc:cxnChg>
        <pc:cxnChg chg="add del mod">
          <ac:chgData name="Kumar Yerrapathni" userId="3863b97b-0242-4a9f-a0da-9c50892cb441" providerId="ADAL" clId="{3C80390B-7826-4E30-8A03-B0C3E2D5384E}" dt="2025-03-25T09:47:18.723" v="2862" actId="478"/>
          <ac:cxnSpMkLst>
            <pc:docMk/>
            <pc:sldMk cId="2698488554" sldId="2147483039"/>
            <ac:cxnSpMk id="60" creationId="{2D55DFF9-B3A8-A32D-9C74-E09D82F2555F}"/>
          </ac:cxnSpMkLst>
        </pc:cxnChg>
        <pc:cxnChg chg="add del mod">
          <ac:chgData name="Kumar Yerrapathni" userId="3863b97b-0242-4a9f-a0da-9c50892cb441" providerId="ADAL" clId="{3C80390B-7826-4E30-8A03-B0C3E2D5384E}" dt="2025-03-25T09:47:18.723" v="2862" actId="478"/>
          <ac:cxnSpMkLst>
            <pc:docMk/>
            <pc:sldMk cId="2698488554" sldId="2147483039"/>
            <ac:cxnSpMk id="62" creationId="{B461ADBE-AD35-9AB0-F3AB-084255838F97}"/>
          </ac:cxnSpMkLst>
        </pc:cxnChg>
        <pc:cxnChg chg="add del mod">
          <ac:chgData name="Kumar Yerrapathni" userId="3863b97b-0242-4a9f-a0da-9c50892cb441" providerId="ADAL" clId="{3C80390B-7826-4E30-8A03-B0C3E2D5384E}" dt="2025-03-25T09:47:18.723" v="2862" actId="478"/>
          <ac:cxnSpMkLst>
            <pc:docMk/>
            <pc:sldMk cId="2698488554" sldId="2147483039"/>
            <ac:cxnSpMk id="63" creationId="{2CD7A903-A3CF-644B-73D9-EC50994C5951}"/>
          </ac:cxnSpMkLst>
        </pc:cxnChg>
        <pc:cxnChg chg="add del mod">
          <ac:chgData name="Kumar Yerrapathni" userId="3863b97b-0242-4a9f-a0da-9c50892cb441" providerId="ADAL" clId="{3C80390B-7826-4E30-8A03-B0C3E2D5384E}" dt="2025-03-25T09:47:18.723" v="2862" actId="478"/>
          <ac:cxnSpMkLst>
            <pc:docMk/>
            <pc:sldMk cId="2698488554" sldId="2147483039"/>
            <ac:cxnSpMk id="65" creationId="{FA894CEF-C634-3B72-7B5E-DA147CA300EF}"/>
          </ac:cxnSpMkLst>
        </pc:cxnChg>
        <pc:cxnChg chg="add del mod">
          <ac:chgData name="Kumar Yerrapathni" userId="3863b97b-0242-4a9f-a0da-9c50892cb441" providerId="ADAL" clId="{3C80390B-7826-4E30-8A03-B0C3E2D5384E}" dt="2025-03-25T09:47:18.723" v="2862" actId="478"/>
          <ac:cxnSpMkLst>
            <pc:docMk/>
            <pc:sldMk cId="2698488554" sldId="2147483039"/>
            <ac:cxnSpMk id="67" creationId="{DCAC8A72-09F7-FA83-E633-5719277CCBD6}"/>
          </ac:cxnSpMkLst>
        </pc:cxnChg>
        <pc:cxnChg chg="add del mod">
          <ac:chgData name="Kumar Yerrapathni" userId="3863b97b-0242-4a9f-a0da-9c50892cb441" providerId="ADAL" clId="{3C80390B-7826-4E30-8A03-B0C3E2D5384E}" dt="2025-03-25T09:47:18.723" v="2862" actId="478"/>
          <ac:cxnSpMkLst>
            <pc:docMk/>
            <pc:sldMk cId="2698488554" sldId="2147483039"/>
            <ac:cxnSpMk id="70" creationId="{96D5DA06-E276-9354-A9AE-8FC0DCCE0141}"/>
          </ac:cxnSpMkLst>
        </pc:cxnChg>
        <pc:cxnChg chg="add mod">
          <ac:chgData name="Kumar Yerrapathni" userId="3863b97b-0242-4a9f-a0da-9c50892cb441" providerId="ADAL" clId="{3C80390B-7826-4E30-8A03-B0C3E2D5384E}" dt="2025-03-25T12:35:51.460" v="4150" actId="14100"/>
          <ac:cxnSpMkLst>
            <pc:docMk/>
            <pc:sldMk cId="2698488554" sldId="2147483039"/>
            <ac:cxnSpMk id="82" creationId="{3D689903-AD23-AC63-6C5B-378749FE0ECE}"/>
          </ac:cxnSpMkLst>
        </pc:cxnChg>
        <pc:cxnChg chg="add mod">
          <ac:chgData name="Kumar Yerrapathni" userId="3863b97b-0242-4a9f-a0da-9c50892cb441" providerId="ADAL" clId="{3C80390B-7826-4E30-8A03-B0C3E2D5384E}" dt="2025-03-25T12:35:47.556" v="4149" actId="14100"/>
          <ac:cxnSpMkLst>
            <pc:docMk/>
            <pc:sldMk cId="2698488554" sldId="2147483039"/>
            <ac:cxnSpMk id="83" creationId="{3015E1A2-14BA-F9BF-4937-37231C25D643}"/>
          </ac:cxnSpMkLst>
        </pc:cxnChg>
        <pc:cxnChg chg="add mod">
          <ac:chgData name="Kumar Yerrapathni" userId="3863b97b-0242-4a9f-a0da-9c50892cb441" providerId="ADAL" clId="{3C80390B-7826-4E30-8A03-B0C3E2D5384E}" dt="2025-03-25T12:34:04.893" v="4107" actId="1036"/>
          <ac:cxnSpMkLst>
            <pc:docMk/>
            <pc:sldMk cId="2698488554" sldId="2147483039"/>
            <ac:cxnSpMk id="84" creationId="{A98DB585-1CCA-983F-3006-B11949F0CEB5}"/>
          </ac:cxnSpMkLst>
        </pc:cxnChg>
        <pc:cxnChg chg="add mod">
          <ac:chgData name="Kumar Yerrapathni" userId="3863b97b-0242-4a9f-a0da-9c50892cb441" providerId="ADAL" clId="{3C80390B-7826-4E30-8A03-B0C3E2D5384E}" dt="2025-03-25T12:35:41.797" v="4148" actId="1038"/>
          <ac:cxnSpMkLst>
            <pc:docMk/>
            <pc:sldMk cId="2698488554" sldId="2147483039"/>
            <ac:cxnSpMk id="85" creationId="{ECA22403-A0C4-19DF-FC71-21CD5A706681}"/>
          </ac:cxnSpMkLst>
        </pc:cxnChg>
        <pc:cxnChg chg="add mod">
          <ac:chgData name="Kumar Yerrapathni" userId="3863b97b-0242-4a9f-a0da-9c50892cb441" providerId="ADAL" clId="{3C80390B-7826-4E30-8A03-B0C3E2D5384E}" dt="2025-03-25T09:47:35.631" v="2863"/>
          <ac:cxnSpMkLst>
            <pc:docMk/>
            <pc:sldMk cId="2698488554" sldId="2147483039"/>
            <ac:cxnSpMk id="92" creationId="{F93C2C75-2BD9-1154-F03E-1EEC6BB9B21E}"/>
          </ac:cxnSpMkLst>
        </pc:cxnChg>
        <pc:cxnChg chg="add mod">
          <ac:chgData name="Kumar Yerrapathni" userId="3863b97b-0242-4a9f-a0da-9c50892cb441" providerId="ADAL" clId="{3C80390B-7826-4E30-8A03-B0C3E2D5384E}" dt="2025-03-25T09:47:35.631" v="2863"/>
          <ac:cxnSpMkLst>
            <pc:docMk/>
            <pc:sldMk cId="2698488554" sldId="2147483039"/>
            <ac:cxnSpMk id="93" creationId="{3C8AE816-76BC-BE73-EEEC-EEA79482A457}"/>
          </ac:cxnSpMkLst>
        </pc:cxnChg>
        <pc:cxnChg chg="add mod">
          <ac:chgData name="Kumar Yerrapathni" userId="3863b97b-0242-4a9f-a0da-9c50892cb441" providerId="ADAL" clId="{3C80390B-7826-4E30-8A03-B0C3E2D5384E}" dt="2025-03-25T09:47:35.631" v="2863"/>
          <ac:cxnSpMkLst>
            <pc:docMk/>
            <pc:sldMk cId="2698488554" sldId="2147483039"/>
            <ac:cxnSpMk id="99" creationId="{FBA0A53C-0D98-E38F-C437-09CF7B1E6BE6}"/>
          </ac:cxnSpMkLst>
        </pc:cxnChg>
        <pc:cxnChg chg="add mod">
          <ac:chgData name="Kumar Yerrapathni" userId="3863b97b-0242-4a9f-a0da-9c50892cb441" providerId="ADAL" clId="{3C80390B-7826-4E30-8A03-B0C3E2D5384E}" dt="2025-03-25T09:47:35.631" v="2863"/>
          <ac:cxnSpMkLst>
            <pc:docMk/>
            <pc:sldMk cId="2698488554" sldId="2147483039"/>
            <ac:cxnSpMk id="116" creationId="{928EEE42-42C0-C789-CAAF-0468D5673BAE}"/>
          </ac:cxnSpMkLst>
        </pc:cxnChg>
        <pc:cxnChg chg="add mod">
          <ac:chgData name="Kumar Yerrapathni" userId="3863b97b-0242-4a9f-a0da-9c50892cb441" providerId="ADAL" clId="{3C80390B-7826-4E30-8A03-B0C3E2D5384E}" dt="2025-03-25T09:47:35.631" v="2863"/>
          <ac:cxnSpMkLst>
            <pc:docMk/>
            <pc:sldMk cId="2698488554" sldId="2147483039"/>
            <ac:cxnSpMk id="117" creationId="{986192D6-81FC-5958-9DCA-2EA1CA11D9E8}"/>
          </ac:cxnSpMkLst>
        </pc:cxnChg>
        <pc:cxnChg chg="add mod">
          <ac:chgData name="Kumar Yerrapathni" userId="3863b97b-0242-4a9f-a0da-9c50892cb441" providerId="ADAL" clId="{3C80390B-7826-4E30-8A03-B0C3E2D5384E}" dt="2025-03-25T09:47:35.631" v="2863"/>
          <ac:cxnSpMkLst>
            <pc:docMk/>
            <pc:sldMk cId="2698488554" sldId="2147483039"/>
            <ac:cxnSpMk id="119" creationId="{E0B2EF79-AA1A-FE45-E7A7-479686A2188A}"/>
          </ac:cxnSpMkLst>
        </pc:cxnChg>
        <pc:cxnChg chg="add mod">
          <ac:chgData name="Kumar Yerrapathni" userId="3863b97b-0242-4a9f-a0da-9c50892cb441" providerId="ADAL" clId="{3C80390B-7826-4E30-8A03-B0C3E2D5384E}" dt="2025-03-25T09:47:35.631" v="2863"/>
          <ac:cxnSpMkLst>
            <pc:docMk/>
            <pc:sldMk cId="2698488554" sldId="2147483039"/>
            <ac:cxnSpMk id="120" creationId="{54D4889E-64E3-B446-33C1-4626BDF239B8}"/>
          </ac:cxnSpMkLst>
        </pc:cxnChg>
        <pc:cxnChg chg="add mod">
          <ac:chgData name="Kumar Yerrapathni" userId="3863b97b-0242-4a9f-a0da-9c50892cb441" providerId="ADAL" clId="{3C80390B-7826-4E30-8A03-B0C3E2D5384E}" dt="2025-03-25T09:47:35.631" v="2863"/>
          <ac:cxnSpMkLst>
            <pc:docMk/>
            <pc:sldMk cId="2698488554" sldId="2147483039"/>
            <ac:cxnSpMk id="121" creationId="{6450C8E4-E5A5-36A8-603E-0D418A75CD21}"/>
          </ac:cxnSpMkLst>
        </pc:cxnChg>
        <pc:cxnChg chg="add mod">
          <ac:chgData name="Kumar Yerrapathni" userId="3863b97b-0242-4a9f-a0da-9c50892cb441" providerId="ADAL" clId="{3C80390B-7826-4E30-8A03-B0C3E2D5384E}" dt="2025-03-25T09:47:35.631" v="2863"/>
          <ac:cxnSpMkLst>
            <pc:docMk/>
            <pc:sldMk cId="2698488554" sldId="2147483039"/>
            <ac:cxnSpMk id="122" creationId="{B1096FFB-A5E6-4B07-B4E8-E4B2363A7C69}"/>
          </ac:cxnSpMkLst>
        </pc:cxnChg>
        <pc:cxnChg chg="add mod">
          <ac:chgData name="Kumar Yerrapathni" userId="3863b97b-0242-4a9f-a0da-9c50892cb441" providerId="ADAL" clId="{3C80390B-7826-4E30-8A03-B0C3E2D5384E}" dt="2025-03-25T12:35:41.797" v="4148" actId="1038"/>
          <ac:cxnSpMkLst>
            <pc:docMk/>
            <pc:sldMk cId="2698488554" sldId="2147483039"/>
            <ac:cxnSpMk id="130" creationId="{A5EB594B-73F3-5956-9163-ABBE6063B5AE}"/>
          </ac:cxnSpMkLst>
        </pc:cxnChg>
        <pc:cxnChg chg="add mod">
          <ac:chgData name="Kumar Yerrapathni" userId="3863b97b-0242-4a9f-a0da-9c50892cb441" providerId="ADAL" clId="{3C80390B-7826-4E30-8A03-B0C3E2D5384E}" dt="2025-03-25T09:47:35.631" v="2863"/>
          <ac:cxnSpMkLst>
            <pc:docMk/>
            <pc:sldMk cId="2698488554" sldId="2147483039"/>
            <ac:cxnSpMk id="132" creationId="{F1CD721C-9DD9-2A32-8E47-3647AD898CBD}"/>
          </ac:cxnSpMkLst>
        </pc:cxnChg>
        <pc:cxnChg chg="add mod">
          <ac:chgData name="Kumar Yerrapathni" userId="3863b97b-0242-4a9f-a0da-9c50892cb441" providerId="ADAL" clId="{3C80390B-7826-4E30-8A03-B0C3E2D5384E}" dt="2025-03-25T09:47:35.631" v="2863"/>
          <ac:cxnSpMkLst>
            <pc:docMk/>
            <pc:sldMk cId="2698488554" sldId="2147483039"/>
            <ac:cxnSpMk id="133" creationId="{113E9F8C-77F5-D9AC-1C5B-5FDDA48D9B19}"/>
          </ac:cxnSpMkLst>
        </pc:cxnChg>
        <pc:cxnChg chg="add mod">
          <ac:chgData name="Kumar Yerrapathni" userId="3863b97b-0242-4a9f-a0da-9c50892cb441" providerId="ADAL" clId="{3C80390B-7826-4E30-8A03-B0C3E2D5384E}" dt="2025-03-25T09:47:35.631" v="2863"/>
          <ac:cxnSpMkLst>
            <pc:docMk/>
            <pc:sldMk cId="2698488554" sldId="2147483039"/>
            <ac:cxnSpMk id="135" creationId="{5878DE5F-4A6A-ECE2-2F85-5988686C76B0}"/>
          </ac:cxnSpMkLst>
        </pc:cxnChg>
        <pc:cxnChg chg="add mod">
          <ac:chgData name="Kumar Yerrapathni" userId="3863b97b-0242-4a9f-a0da-9c50892cb441" providerId="ADAL" clId="{3C80390B-7826-4E30-8A03-B0C3E2D5384E}" dt="2025-03-25T09:47:35.631" v="2863"/>
          <ac:cxnSpMkLst>
            <pc:docMk/>
            <pc:sldMk cId="2698488554" sldId="2147483039"/>
            <ac:cxnSpMk id="137" creationId="{E1C7B452-81E1-F05E-0274-F17600DFA486}"/>
          </ac:cxnSpMkLst>
        </pc:cxnChg>
        <pc:cxnChg chg="add mod">
          <ac:chgData name="Kumar Yerrapathni" userId="3863b97b-0242-4a9f-a0da-9c50892cb441" providerId="ADAL" clId="{3C80390B-7826-4E30-8A03-B0C3E2D5384E}" dt="2025-03-25T09:47:35.631" v="2863"/>
          <ac:cxnSpMkLst>
            <pc:docMk/>
            <pc:sldMk cId="2698488554" sldId="2147483039"/>
            <ac:cxnSpMk id="140" creationId="{E8480C09-26F9-F6ED-734D-CF2FD5E97ED5}"/>
          </ac:cxnSpMkLst>
        </pc:cxnChg>
      </pc:sldChg>
      <pc:sldChg chg="addSp delSp modSp add mod">
        <pc:chgData name="Kumar Yerrapathni" userId="3863b97b-0242-4a9f-a0da-9c50892cb441" providerId="ADAL" clId="{3C80390B-7826-4E30-8A03-B0C3E2D5384E}" dt="2025-03-27T02:56:02.578" v="8729" actId="108"/>
        <pc:sldMkLst>
          <pc:docMk/>
          <pc:sldMk cId="3098467803" sldId="2147483040"/>
        </pc:sldMkLst>
        <pc:spChg chg="mod">
          <ac:chgData name="Kumar Yerrapathni" userId="3863b97b-0242-4a9f-a0da-9c50892cb441" providerId="ADAL" clId="{3C80390B-7826-4E30-8A03-B0C3E2D5384E}" dt="2025-03-26T11:02:06.094" v="7592" actId="26606"/>
          <ac:spMkLst>
            <pc:docMk/>
            <pc:sldMk cId="3098467803" sldId="2147483040"/>
            <ac:spMk id="2" creationId="{320D3B11-37C8-4823-8A9D-3E0BEE51CDB3}"/>
          </ac:spMkLst>
        </pc:spChg>
        <pc:spChg chg="mod">
          <ac:chgData name="Kumar Yerrapathni" userId="3863b97b-0242-4a9f-a0da-9c50892cb441" providerId="ADAL" clId="{3C80390B-7826-4E30-8A03-B0C3E2D5384E}" dt="2025-03-26T11:02:06.094" v="7592" actId="26606"/>
          <ac:spMkLst>
            <pc:docMk/>
            <pc:sldMk cId="3098467803" sldId="2147483040"/>
            <ac:spMk id="5" creationId="{0D573EF2-FCAD-84B6-A373-8FF5E14B308C}"/>
          </ac:spMkLst>
        </pc:spChg>
        <pc:spChg chg="add del">
          <ac:chgData name="Kumar Yerrapathni" userId="3863b97b-0242-4a9f-a0da-9c50892cb441" providerId="ADAL" clId="{3C80390B-7826-4E30-8A03-B0C3E2D5384E}" dt="2025-03-26T11:02:06.094" v="7592" actId="26606"/>
          <ac:spMkLst>
            <pc:docMk/>
            <pc:sldMk cId="3098467803" sldId="2147483040"/>
            <ac:spMk id="10" creationId="{5A42F5AB-C337-04E0-0AC9-DD79F3D801E1}"/>
          </ac:spMkLst>
        </pc:spChg>
        <pc:spChg chg="add del">
          <ac:chgData name="Kumar Yerrapathni" userId="3863b97b-0242-4a9f-a0da-9c50892cb441" providerId="ADAL" clId="{3C80390B-7826-4E30-8A03-B0C3E2D5384E}" dt="2025-03-26T11:02:06.094" v="7592" actId="26606"/>
          <ac:spMkLst>
            <pc:docMk/>
            <pc:sldMk cId="3098467803" sldId="2147483040"/>
            <ac:spMk id="12" creationId="{A4E5B24B-3558-4C2B-1F85-4EE6DA188651}"/>
          </ac:spMkLst>
        </pc:spChg>
        <pc:spChg chg="add del">
          <ac:chgData name="Kumar Yerrapathni" userId="3863b97b-0242-4a9f-a0da-9c50892cb441" providerId="ADAL" clId="{3C80390B-7826-4E30-8A03-B0C3E2D5384E}" dt="2025-03-26T11:02:06.094" v="7592" actId="26606"/>
          <ac:spMkLst>
            <pc:docMk/>
            <pc:sldMk cId="3098467803" sldId="2147483040"/>
            <ac:spMk id="14" creationId="{13B77067-95CF-6DD2-D02A-4C53917C8CDD}"/>
          </ac:spMkLst>
        </pc:spChg>
        <pc:graphicFrameChg chg="add">
          <ac:chgData name="Kumar Yerrapathni" userId="3863b97b-0242-4a9f-a0da-9c50892cb441" providerId="ADAL" clId="{3C80390B-7826-4E30-8A03-B0C3E2D5384E}" dt="2025-03-26T11:01:47.982" v="7589"/>
          <ac:graphicFrameMkLst>
            <pc:docMk/>
            <pc:sldMk cId="3098467803" sldId="2147483040"/>
            <ac:graphicFrameMk id="3" creationId="{63000517-7041-31C9-3180-41ECA772AEA6}"/>
          </ac:graphicFrameMkLst>
        </pc:graphicFrameChg>
        <pc:graphicFrameChg chg="add mod ord modGraphic">
          <ac:chgData name="Kumar Yerrapathni" userId="3863b97b-0242-4a9f-a0da-9c50892cb441" providerId="ADAL" clId="{3C80390B-7826-4E30-8A03-B0C3E2D5384E}" dt="2025-03-27T02:56:02.578" v="8729" actId="108"/>
          <ac:graphicFrameMkLst>
            <pc:docMk/>
            <pc:sldMk cId="3098467803" sldId="2147483040"/>
            <ac:graphicFrameMk id="4" creationId="{FDA86D28-9B38-1FD2-027D-8552DA0C1D1C}"/>
          </ac:graphicFrameMkLst>
        </pc:graphicFrameChg>
      </pc:sldChg>
      <pc:sldChg chg="addSp delSp modSp add mod">
        <pc:chgData name="Kumar Yerrapathni" userId="3863b97b-0242-4a9f-a0da-9c50892cb441" providerId="ADAL" clId="{3C80390B-7826-4E30-8A03-B0C3E2D5384E}" dt="2025-03-30T22:29:02.397" v="12350" actId="20577"/>
        <pc:sldMkLst>
          <pc:docMk/>
          <pc:sldMk cId="132285844" sldId="2147483041"/>
        </pc:sldMkLst>
        <pc:spChg chg="mod">
          <ac:chgData name="Kumar Yerrapathni" userId="3863b97b-0242-4a9f-a0da-9c50892cb441" providerId="ADAL" clId="{3C80390B-7826-4E30-8A03-B0C3E2D5384E}" dt="2025-03-26T11:05:02.252" v="7608" actId="14100"/>
          <ac:spMkLst>
            <pc:docMk/>
            <pc:sldMk cId="132285844" sldId="2147483041"/>
            <ac:spMk id="2" creationId="{320D3B11-37C8-4823-8A9D-3E0BEE51CDB3}"/>
          </ac:spMkLst>
        </pc:spChg>
        <pc:spChg chg="add mod">
          <ac:chgData name="Kumar Yerrapathni" userId="3863b97b-0242-4a9f-a0da-9c50892cb441" providerId="ADAL" clId="{3C80390B-7826-4E30-8A03-B0C3E2D5384E}" dt="2025-03-30T22:29:02.397" v="12350" actId="20577"/>
          <ac:spMkLst>
            <pc:docMk/>
            <pc:sldMk cId="132285844" sldId="2147483041"/>
            <ac:spMk id="3" creationId="{058CDD6E-5618-1DAA-2B6A-8D402BD72101}"/>
          </ac:spMkLst>
        </pc:spChg>
        <pc:spChg chg="del">
          <ac:chgData name="Kumar Yerrapathni" userId="3863b97b-0242-4a9f-a0da-9c50892cb441" providerId="ADAL" clId="{3C80390B-7826-4E30-8A03-B0C3E2D5384E}" dt="2025-03-25T15:45:38.867" v="5509" actId="478"/>
          <ac:spMkLst>
            <pc:docMk/>
            <pc:sldMk cId="132285844" sldId="2147483041"/>
            <ac:spMk id="5" creationId="{BB823233-F9FE-7D71-D697-0875812CE15C}"/>
          </ac:spMkLst>
        </pc:spChg>
        <pc:graphicFrameChg chg="del modGraphic">
          <ac:chgData name="Kumar Yerrapathni" userId="3863b97b-0242-4a9f-a0da-9c50892cb441" providerId="ADAL" clId="{3C80390B-7826-4E30-8A03-B0C3E2D5384E}" dt="2025-03-25T15:45:33.471" v="5508" actId="478"/>
          <ac:graphicFrameMkLst>
            <pc:docMk/>
            <pc:sldMk cId="132285844" sldId="2147483041"/>
            <ac:graphicFrameMk id="4" creationId="{FDA86D28-9B38-1FD2-027D-8552DA0C1D1C}"/>
          </ac:graphicFrameMkLst>
        </pc:graphicFrameChg>
      </pc:sldChg>
      <pc:sldChg chg="addSp delSp modSp new del mod">
        <pc:chgData name="Kumar Yerrapathni" userId="3863b97b-0242-4a9f-a0da-9c50892cb441" providerId="ADAL" clId="{3C80390B-7826-4E30-8A03-B0C3E2D5384E}" dt="2025-03-27T02:34:15.506" v="8643" actId="47"/>
        <pc:sldMkLst>
          <pc:docMk/>
          <pc:sldMk cId="824668955" sldId="2147483042"/>
        </pc:sldMkLst>
        <pc:spChg chg="del">
          <ac:chgData name="Kumar Yerrapathni" userId="3863b97b-0242-4a9f-a0da-9c50892cb441" providerId="ADAL" clId="{3C80390B-7826-4E30-8A03-B0C3E2D5384E}" dt="2025-03-27T02:31:26.932" v="8571" actId="26606"/>
          <ac:spMkLst>
            <pc:docMk/>
            <pc:sldMk cId="824668955" sldId="2147483042"/>
            <ac:spMk id="2" creationId="{BA476ABE-1B31-5D4D-4446-9829F40A75EE}"/>
          </ac:spMkLst>
        </pc:spChg>
        <pc:spChg chg="del">
          <ac:chgData name="Kumar Yerrapathni" userId="3863b97b-0242-4a9f-a0da-9c50892cb441" providerId="ADAL" clId="{3C80390B-7826-4E30-8A03-B0C3E2D5384E}" dt="2025-03-27T02:31:18.695" v="8570" actId="22"/>
          <ac:spMkLst>
            <pc:docMk/>
            <pc:sldMk cId="824668955" sldId="2147483042"/>
            <ac:spMk id="3" creationId="{500AFE0C-60AB-7566-A925-3B161B5F4435}"/>
          </ac:spMkLst>
        </pc:spChg>
        <pc:spChg chg="mod modVis">
          <ac:chgData name="Kumar Yerrapathni" userId="3863b97b-0242-4a9f-a0da-9c50892cb441" providerId="ADAL" clId="{3C80390B-7826-4E30-8A03-B0C3E2D5384E}" dt="2025-03-27T02:31:26.932" v="8571" actId="26606"/>
          <ac:spMkLst>
            <pc:docMk/>
            <pc:sldMk cId="824668955" sldId="2147483042"/>
            <ac:spMk id="4" creationId="{7B6CC0F0-F2F4-0D0E-5C6E-7C678DE3C6B3}"/>
          </ac:spMkLst>
        </pc:spChg>
        <pc:spChg chg="del">
          <ac:chgData name="Kumar Yerrapathni" userId="3863b97b-0242-4a9f-a0da-9c50892cb441" providerId="ADAL" clId="{3C80390B-7826-4E30-8A03-B0C3E2D5384E}" dt="2025-03-27T02:31:26.932" v="8571" actId="26606"/>
          <ac:spMkLst>
            <pc:docMk/>
            <pc:sldMk cId="824668955" sldId="2147483042"/>
            <ac:spMk id="5" creationId="{0A2B689F-F0C3-C1BE-631E-0E0323DF8496}"/>
          </ac:spMkLst>
        </pc:spChg>
        <pc:spChg chg="del mod">
          <ac:chgData name="Kumar Yerrapathni" userId="3863b97b-0242-4a9f-a0da-9c50892cb441" providerId="ADAL" clId="{3C80390B-7826-4E30-8A03-B0C3E2D5384E}" dt="2025-03-27T02:32:32.351" v="8599" actId="478"/>
          <ac:spMkLst>
            <pc:docMk/>
            <pc:sldMk cId="824668955" sldId="2147483042"/>
            <ac:spMk id="6" creationId="{E9F4DE90-6B3D-8440-375C-2B1872A8C1FE}"/>
          </ac:spMkLst>
        </pc:spChg>
        <pc:spChg chg="mod modVis">
          <ac:chgData name="Kumar Yerrapathni" userId="3863b97b-0242-4a9f-a0da-9c50892cb441" providerId="ADAL" clId="{3C80390B-7826-4E30-8A03-B0C3E2D5384E}" dt="2025-03-27T02:31:26.932" v="8571" actId="26606"/>
          <ac:spMkLst>
            <pc:docMk/>
            <pc:sldMk cId="824668955" sldId="2147483042"/>
            <ac:spMk id="7" creationId="{FF136550-5901-0826-0D31-0CE6196FD60E}"/>
          </ac:spMkLst>
        </pc:spChg>
        <pc:spChg chg="add mod">
          <ac:chgData name="Kumar Yerrapathni" userId="3863b97b-0242-4a9f-a0da-9c50892cb441" providerId="ADAL" clId="{3C80390B-7826-4E30-8A03-B0C3E2D5384E}" dt="2025-03-27T02:32:21.562" v="8598"/>
          <ac:spMkLst>
            <pc:docMk/>
            <pc:sldMk cId="824668955" sldId="2147483042"/>
            <ac:spMk id="10" creationId="{C79D9410-8F83-025C-590A-FA3043E021A5}"/>
          </ac:spMkLst>
        </pc:spChg>
        <pc:picChg chg="add mod ord">
          <ac:chgData name="Kumar Yerrapathni" userId="3863b97b-0242-4a9f-a0da-9c50892cb441" providerId="ADAL" clId="{3C80390B-7826-4E30-8A03-B0C3E2D5384E}" dt="2025-03-27T02:32:59.863" v="8600" actId="14100"/>
          <ac:picMkLst>
            <pc:docMk/>
            <pc:sldMk cId="824668955" sldId="2147483042"/>
            <ac:picMk id="9" creationId="{19F8AC6F-73E6-001D-0ADD-636983CAE344}"/>
          </ac:picMkLst>
        </pc:picChg>
      </pc:sldChg>
      <pc:sldChg chg="addSp delSp modSp add mod">
        <pc:chgData name="Kumar Yerrapathni" userId="3863b97b-0242-4a9f-a0da-9c50892cb441" providerId="ADAL" clId="{3C80390B-7826-4E30-8A03-B0C3E2D5384E}" dt="2025-03-30T13:09:23.331" v="11339" actId="255"/>
        <pc:sldMkLst>
          <pc:docMk/>
          <pc:sldMk cId="617902923" sldId="2147483043"/>
        </pc:sldMkLst>
        <pc:spChg chg="mod">
          <ac:chgData name="Kumar Yerrapathni" userId="3863b97b-0242-4a9f-a0da-9c50892cb441" providerId="ADAL" clId="{3C80390B-7826-4E30-8A03-B0C3E2D5384E}" dt="2025-03-30T13:09:23.331" v="11339" actId="255"/>
          <ac:spMkLst>
            <pc:docMk/>
            <pc:sldMk cId="617902923" sldId="2147483043"/>
            <ac:spMk id="2" creationId="{42585CEC-5E60-53C3-D620-6C324F5B30CD}"/>
          </ac:spMkLst>
        </pc:spChg>
        <pc:picChg chg="del">
          <ac:chgData name="Kumar Yerrapathni" userId="3863b97b-0242-4a9f-a0da-9c50892cb441" providerId="ADAL" clId="{3C80390B-7826-4E30-8A03-B0C3E2D5384E}" dt="2025-03-27T02:33:21.141" v="8602" actId="478"/>
          <ac:picMkLst>
            <pc:docMk/>
            <pc:sldMk cId="617902923" sldId="2147483043"/>
            <ac:picMk id="3" creationId="{80B2C30E-B58F-F231-41C1-92DEB1B9EA44}"/>
          </ac:picMkLst>
        </pc:picChg>
        <pc:picChg chg="add mod">
          <ac:chgData name="Kumar Yerrapathni" userId="3863b97b-0242-4a9f-a0da-9c50892cb441" providerId="ADAL" clId="{3C80390B-7826-4E30-8A03-B0C3E2D5384E}" dt="2025-03-30T13:09:02.495" v="11337" actId="1037"/>
          <ac:picMkLst>
            <pc:docMk/>
            <pc:sldMk cId="617902923" sldId="2147483043"/>
            <ac:picMk id="4" creationId="{D33BE26D-594E-20F6-039B-F976A086D4CE}"/>
          </ac:picMkLst>
        </pc:picChg>
      </pc:sldChg>
      <pc:sldChg chg="add del">
        <pc:chgData name="Kumar Yerrapathni" userId="3863b97b-0242-4a9f-a0da-9c50892cb441" providerId="ADAL" clId="{3C80390B-7826-4E30-8A03-B0C3E2D5384E}" dt="2025-03-30T12:47:14.305" v="11081" actId="47"/>
        <pc:sldMkLst>
          <pc:docMk/>
          <pc:sldMk cId="2115171618" sldId="2147483044"/>
        </pc:sldMkLst>
      </pc:sldChg>
      <pc:sldChg chg="addSp delSp modSp new del mod">
        <pc:chgData name="Kumar Yerrapathni" userId="3863b97b-0242-4a9f-a0da-9c50892cb441" providerId="ADAL" clId="{3C80390B-7826-4E30-8A03-B0C3E2D5384E}" dt="2025-03-28T05:34:46.875" v="9120" actId="47"/>
        <pc:sldMkLst>
          <pc:docMk/>
          <pc:sldMk cId="786391368" sldId="2147483045"/>
        </pc:sldMkLst>
        <pc:spChg chg="del mod">
          <ac:chgData name="Kumar Yerrapathni" userId="3863b97b-0242-4a9f-a0da-9c50892cb441" providerId="ADAL" clId="{3C80390B-7826-4E30-8A03-B0C3E2D5384E}" dt="2025-03-28T05:34:43.521" v="9119" actId="478"/>
          <ac:spMkLst>
            <pc:docMk/>
            <pc:sldMk cId="786391368" sldId="2147483045"/>
            <ac:spMk id="2" creationId="{4E222705-5668-33B7-FBD0-9BCC02E07E72}"/>
          </ac:spMkLst>
        </pc:spChg>
        <pc:spChg chg="add mod">
          <ac:chgData name="Kumar Yerrapathni" userId="3863b97b-0242-4a9f-a0da-9c50892cb441" providerId="ADAL" clId="{3C80390B-7826-4E30-8A03-B0C3E2D5384E}" dt="2025-03-28T05:34:43.521" v="9119" actId="478"/>
          <ac:spMkLst>
            <pc:docMk/>
            <pc:sldMk cId="786391368" sldId="2147483045"/>
            <ac:spMk id="5" creationId="{039508C4-BE97-DFFD-E7BA-F76F080D7327}"/>
          </ac:spMkLst>
        </pc:spChg>
      </pc:sldChg>
      <pc:sldChg chg="addSp delSp modSp add mod">
        <pc:chgData name="Kumar Yerrapathni" userId="3863b97b-0242-4a9f-a0da-9c50892cb441" providerId="ADAL" clId="{3C80390B-7826-4E30-8A03-B0C3E2D5384E}" dt="2025-03-30T12:31:32.706" v="11049" actId="1035"/>
        <pc:sldMkLst>
          <pc:docMk/>
          <pc:sldMk cId="1014561975" sldId="2147483045"/>
        </pc:sldMkLst>
        <pc:spChg chg="mod">
          <ac:chgData name="Kumar Yerrapathni" userId="3863b97b-0242-4a9f-a0da-9c50892cb441" providerId="ADAL" clId="{3C80390B-7826-4E30-8A03-B0C3E2D5384E}" dt="2025-03-30T11:22:38.211" v="10186" actId="14100"/>
          <ac:spMkLst>
            <pc:docMk/>
            <pc:sldMk cId="1014561975" sldId="2147483045"/>
            <ac:spMk id="2" creationId="{320D3B11-37C8-4823-8A9D-3E0BEE51CDB3}"/>
          </ac:spMkLst>
        </pc:spChg>
        <pc:spChg chg="mod">
          <ac:chgData name="Kumar Yerrapathni" userId="3863b97b-0242-4a9f-a0da-9c50892cb441" providerId="ADAL" clId="{3C80390B-7826-4E30-8A03-B0C3E2D5384E}" dt="2025-03-30T12:31:18.630" v="11034" actId="20577"/>
          <ac:spMkLst>
            <pc:docMk/>
            <pc:sldMk cId="1014561975" sldId="2147483045"/>
            <ac:spMk id="5" creationId="{0D573EF2-FCAD-84B6-A373-8FF5E14B308C}"/>
          </ac:spMkLst>
        </pc:spChg>
        <pc:spChg chg="add del mod">
          <ac:chgData name="Kumar Yerrapathni" userId="3863b97b-0242-4a9f-a0da-9c50892cb441" providerId="ADAL" clId="{3C80390B-7826-4E30-8A03-B0C3E2D5384E}" dt="2025-03-30T09:01:06.948" v="9752" actId="478"/>
          <ac:spMkLst>
            <pc:docMk/>
            <pc:sldMk cId="1014561975" sldId="2147483045"/>
            <ac:spMk id="7" creationId="{D68DF70C-61BB-1C73-973B-2332D7D32337}"/>
          </ac:spMkLst>
        </pc:spChg>
        <pc:spChg chg="add del mod">
          <ac:chgData name="Kumar Yerrapathni" userId="3863b97b-0242-4a9f-a0da-9c50892cb441" providerId="ADAL" clId="{3C80390B-7826-4E30-8A03-B0C3E2D5384E}" dt="2025-03-30T09:01:03.994" v="9751" actId="478"/>
          <ac:spMkLst>
            <pc:docMk/>
            <pc:sldMk cId="1014561975" sldId="2147483045"/>
            <ac:spMk id="8" creationId="{61789A78-7E33-1418-EF96-FEBA67E214CC}"/>
          </ac:spMkLst>
        </pc:spChg>
        <pc:graphicFrameChg chg="del">
          <ac:chgData name="Kumar Yerrapathni" userId="3863b97b-0242-4a9f-a0da-9c50892cb441" providerId="ADAL" clId="{3C80390B-7826-4E30-8A03-B0C3E2D5384E}" dt="2025-03-28T05:34:59.439" v="9122" actId="478"/>
          <ac:graphicFrameMkLst>
            <pc:docMk/>
            <pc:sldMk cId="1014561975" sldId="2147483045"/>
            <ac:graphicFrameMk id="4" creationId="{FDA86D28-9B38-1FD2-027D-8552DA0C1D1C}"/>
          </ac:graphicFrameMkLst>
        </pc:graphicFrameChg>
        <pc:picChg chg="add del mod">
          <ac:chgData name="Kumar Yerrapathni" userId="3863b97b-0242-4a9f-a0da-9c50892cb441" providerId="ADAL" clId="{3C80390B-7826-4E30-8A03-B0C3E2D5384E}" dt="2025-03-30T09:01:01.317" v="9750" actId="478"/>
          <ac:picMkLst>
            <pc:docMk/>
            <pc:sldMk cId="1014561975" sldId="2147483045"/>
            <ac:picMk id="6" creationId="{36CE81D6-0C65-83C1-824A-48BE7F33E929}"/>
          </ac:picMkLst>
        </pc:picChg>
        <pc:picChg chg="add mod">
          <ac:chgData name="Kumar Yerrapathni" userId="3863b97b-0242-4a9f-a0da-9c50892cb441" providerId="ADAL" clId="{3C80390B-7826-4E30-8A03-B0C3E2D5384E}" dt="2025-03-30T12:31:32.706" v="11049" actId="1035"/>
          <ac:picMkLst>
            <pc:docMk/>
            <pc:sldMk cId="1014561975" sldId="2147483045"/>
            <ac:picMk id="10" creationId="{E3757192-786B-3DBD-C9F7-FFDC2A3FCE15}"/>
          </ac:picMkLst>
        </pc:picChg>
      </pc:sldChg>
      <pc:sldChg chg="modSp new del mod">
        <pc:chgData name="Kumar Yerrapathni" userId="3863b97b-0242-4a9f-a0da-9c50892cb441" providerId="ADAL" clId="{3C80390B-7826-4E30-8A03-B0C3E2D5384E}" dt="2025-03-28T05:34:35.027" v="9116" actId="47"/>
        <pc:sldMkLst>
          <pc:docMk/>
          <pc:sldMk cId="2894006221" sldId="2147483045"/>
        </pc:sldMkLst>
        <pc:spChg chg="mod">
          <ac:chgData name="Kumar Yerrapathni" userId="3863b97b-0242-4a9f-a0da-9c50892cb441" providerId="ADAL" clId="{3C80390B-7826-4E30-8A03-B0C3E2D5384E}" dt="2025-03-28T05:34:31.119" v="9115" actId="20577"/>
          <ac:spMkLst>
            <pc:docMk/>
            <pc:sldMk cId="2894006221" sldId="2147483045"/>
            <ac:spMk id="2" creationId="{0D294F0D-76C2-C51F-DD1A-58EE4F3577EA}"/>
          </ac:spMkLst>
        </pc:spChg>
      </pc:sldChg>
      <pc:sldChg chg="modSp add mod">
        <pc:chgData name="Kumar Yerrapathni" userId="3863b97b-0242-4a9f-a0da-9c50892cb441" providerId="ADAL" clId="{3C80390B-7826-4E30-8A03-B0C3E2D5384E}" dt="2025-03-30T14:09:26.630" v="12228" actId="20577"/>
        <pc:sldMkLst>
          <pc:docMk/>
          <pc:sldMk cId="24549093" sldId="2147483046"/>
        </pc:sldMkLst>
        <pc:graphicFrameChg chg="mod modGraphic">
          <ac:chgData name="Kumar Yerrapathni" userId="3863b97b-0242-4a9f-a0da-9c50892cb441" providerId="ADAL" clId="{3C80390B-7826-4E30-8A03-B0C3E2D5384E}" dt="2025-03-30T14:09:26.630" v="12228" actId="20577"/>
          <ac:graphicFrameMkLst>
            <pc:docMk/>
            <pc:sldMk cId="24549093" sldId="2147483046"/>
            <ac:graphicFrameMk id="4" creationId="{FDA86D28-9B38-1FD2-027D-8552DA0C1D1C}"/>
          </ac:graphicFrameMkLst>
        </pc:graphicFrameChg>
      </pc:sldChg>
      <pc:sldChg chg="addSp modSp add mod setBg">
        <pc:chgData name="Kumar Yerrapathni" userId="3863b97b-0242-4a9f-a0da-9c50892cb441" providerId="ADAL" clId="{3C80390B-7826-4E30-8A03-B0C3E2D5384E}" dt="2025-03-30T12:18:24.556" v="11032" actId="20577"/>
        <pc:sldMkLst>
          <pc:docMk/>
          <pc:sldMk cId="4179870095" sldId="2147483047"/>
        </pc:sldMkLst>
        <pc:spChg chg="mod">
          <ac:chgData name="Kumar Yerrapathni" userId="3863b97b-0242-4a9f-a0da-9c50892cb441" providerId="ADAL" clId="{3C80390B-7826-4E30-8A03-B0C3E2D5384E}" dt="2025-03-30T12:18:24.556" v="11032" actId="20577"/>
          <ac:spMkLst>
            <pc:docMk/>
            <pc:sldMk cId="4179870095" sldId="2147483047"/>
            <ac:spMk id="2" creationId="{320D3B11-37C8-4823-8A9D-3E0BEE51CDB3}"/>
          </ac:spMkLst>
        </pc:spChg>
        <pc:spChg chg="mod">
          <ac:chgData name="Kumar Yerrapathni" userId="3863b97b-0242-4a9f-a0da-9c50892cb441" providerId="ADAL" clId="{3C80390B-7826-4E30-8A03-B0C3E2D5384E}" dt="2025-03-30T12:18:12.948" v="11028" actId="20577"/>
          <ac:spMkLst>
            <pc:docMk/>
            <pc:sldMk cId="4179870095" sldId="2147483047"/>
            <ac:spMk id="5" creationId="{0D573EF2-FCAD-84B6-A373-8FF5E14B308C}"/>
          </ac:spMkLst>
        </pc:spChg>
        <pc:graphicFrameChg chg="add mod modGraphic">
          <ac:chgData name="Kumar Yerrapathni" userId="3863b97b-0242-4a9f-a0da-9c50892cb441" providerId="ADAL" clId="{3C80390B-7826-4E30-8A03-B0C3E2D5384E}" dt="2025-03-30T12:17:36.452" v="10985" actId="1036"/>
          <ac:graphicFrameMkLst>
            <pc:docMk/>
            <pc:sldMk cId="4179870095" sldId="2147483047"/>
            <ac:graphicFrameMk id="3" creationId="{23E59E6C-7BC3-AD29-6C8B-1264BD6B1BBE}"/>
          </ac:graphicFrameMkLst>
        </pc:graphicFrameChg>
        <pc:graphicFrameChg chg="mod modGraphic">
          <ac:chgData name="Kumar Yerrapathni" userId="3863b97b-0242-4a9f-a0da-9c50892cb441" providerId="ADAL" clId="{3C80390B-7826-4E30-8A03-B0C3E2D5384E}" dt="2025-03-30T12:17:36.452" v="10985" actId="1036"/>
          <ac:graphicFrameMkLst>
            <pc:docMk/>
            <pc:sldMk cId="4179870095" sldId="2147483047"/>
            <ac:graphicFrameMk id="4" creationId="{FDA86D28-9B38-1FD2-027D-8552DA0C1D1C}"/>
          </ac:graphicFrameMkLst>
        </pc:graphicFrameChg>
      </pc:sldChg>
      <pc:sldChg chg="addSp delSp modSp add mod">
        <pc:chgData name="Kumar Yerrapathni" userId="3863b97b-0242-4a9f-a0da-9c50892cb441" providerId="ADAL" clId="{3C80390B-7826-4E30-8A03-B0C3E2D5384E}" dt="2025-03-30T13:03:34.425" v="11247" actId="1035"/>
        <pc:sldMkLst>
          <pc:docMk/>
          <pc:sldMk cId="3420691853" sldId="2147483048"/>
        </pc:sldMkLst>
        <pc:spChg chg="mod">
          <ac:chgData name="Kumar Yerrapathni" userId="3863b97b-0242-4a9f-a0da-9c50892cb441" providerId="ADAL" clId="{3C80390B-7826-4E30-8A03-B0C3E2D5384E}" dt="2025-03-30T12:38:44.231" v="11051"/>
          <ac:spMkLst>
            <pc:docMk/>
            <pc:sldMk cId="3420691853" sldId="2147483048"/>
            <ac:spMk id="2" creationId="{320D3B11-37C8-4823-8A9D-3E0BEE51CDB3}"/>
          </ac:spMkLst>
        </pc:spChg>
        <pc:spChg chg="add del mod">
          <ac:chgData name="Kumar Yerrapathni" userId="3863b97b-0242-4a9f-a0da-9c50892cb441" providerId="ADAL" clId="{3C80390B-7826-4E30-8A03-B0C3E2D5384E}" dt="2025-03-30T13:03:22.573" v="11229" actId="478"/>
          <ac:spMkLst>
            <pc:docMk/>
            <pc:sldMk cId="3420691853" sldId="2147483048"/>
            <ac:spMk id="5" creationId="{0D573EF2-FCAD-84B6-A373-8FF5E14B308C}"/>
          </ac:spMkLst>
        </pc:spChg>
        <pc:graphicFrameChg chg="mod modGraphic">
          <ac:chgData name="Kumar Yerrapathni" userId="3863b97b-0242-4a9f-a0da-9c50892cb441" providerId="ADAL" clId="{3C80390B-7826-4E30-8A03-B0C3E2D5384E}" dt="2025-03-30T13:03:34.425" v="11247" actId="1035"/>
          <ac:graphicFrameMkLst>
            <pc:docMk/>
            <pc:sldMk cId="3420691853" sldId="2147483048"/>
            <ac:graphicFrameMk id="4" creationId="{FDA86D28-9B38-1FD2-027D-8552DA0C1D1C}"/>
          </ac:graphicFrameMkLst>
        </pc:graphicFrameChg>
      </pc:sldChg>
      <pc:sldMasterChg chg="delSldLayout">
        <pc:chgData name="Kumar Yerrapathni" userId="3863b97b-0242-4a9f-a0da-9c50892cb441" providerId="ADAL" clId="{3C80390B-7826-4E30-8A03-B0C3E2D5384E}" dt="2025-03-26T11:52:14.425" v="8024" actId="47"/>
        <pc:sldMasterMkLst>
          <pc:docMk/>
          <pc:sldMasterMk cId="3719349135" sldId="2147483665"/>
        </pc:sldMasterMkLst>
        <pc:sldLayoutChg chg="del">
          <pc:chgData name="Kumar Yerrapathni" userId="3863b97b-0242-4a9f-a0da-9c50892cb441" providerId="ADAL" clId="{3C80390B-7826-4E30-8A03-B0C3E2D5384E}" dt="2025-03-10T00:37:41.094" v="39" actId="2696"/>
          <pc:sldLayoutMkLst>
            <pc:docMk/>
            <pc:sldMasterMk cId="3719349135" sldId="2147483665"/>
            <pc:sldLayoutMk cId="953895837" sldId="2147483682"/>
          </pc:sldLayoutMkLst>
        </pc:sldLayoutChg>
        <pc:sldLayoutChg chg="del">
          <pc:chgData name="Kumar Yerrapathni" userId="3863b97b-0242-4a9f-a0da-9c50892cb441" providerId="ADAL" clId="{3C80390B-7826-4E30-8A03-B0C3E2D5384E}" dt="2025-03-26T11:52:14.425" v="8024" actId="47"/>
          <pc:sldLayoutMkLst>
            <pc:docMk/>
            <pc:sldMasterMk cId="3719349135" sldId="2147483665"/>
            <pc:sldLayoutMk cId="3034246426" sldId="2147483703"/>
          </pc:sldLayoutMkLst>
        </pc:sldLayoutChg>
      </pc:sldMasterChg>
      <pc:sldMasterChg chg="del delSldLayout">
        <pc:chgData name="Kumar Yerrapathni" userId="3863b97b-0242-4a9f-a0da-9c50892cb441" providerId="ADAL" clId="{3C80390B-7826-4E30-8A03-B0C3E2D5384E}" dt="2025-03-27T05:42:08.563" v="8751" actId="47"/>
        <pc:sldMasterMkLst>
          <pc:docMk/>
          <pc:sldMasterMk cId="2777919331" sldId="2147483704"/>
        </pc:sldMasterMkLst>
        <pc:sldLayoutChg chg="del">
          <pc:chgData name="Kumar Yerrapathni" userId="3863b97b-0242-4a9f-a0da-9c50892cb441" providerId="ADAL" clId="{3C80390B-7826-4E30-8A03-B0C3E2D5384E}" dt="2025-03-27T05:42:08.563" v="8751" actId="47"/>
          <pc:sldLayoutMkLst>
            <pc:docMk/>
            <pc:sldMasterMk cId="2777919331" sldId="2147483704"/>
            <pc:sldLayoutMk cId="688730311" sldId="2147483705"/>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1151009100" sldId="2147483706"/>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1058426412" sldId="2147483707"/>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369734604" sldId="2147483708"/>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2179341445" sldId="2147483709"/>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2224930230" sldId="2147483710"/>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2506659535" sldId="2147483711"/>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2928937744" sldId="2147483712"/>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1517603004" sldId="2147483713"/>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3195039949" sldId="2147483714"/>
          </pc:sldLayoutMkLst>
        </pc:sldLayoutChg>
        <pc:sldLayoutChg chg="del">
          <pc:chgData name="Kumar Yerrapathni" userId="3863b97b-0242-4a9f-a0da-9c50892cb441" providerId="ADAL" clId="{3C80390B-7826-4E30-8A03-B0C3E2D5384E}" dt="2025-03-27T05:42:08.563" v="8751" actId="47"/>
          <pc:sldLayoutMkLst>
            <pc:docMk/>
            <pc:sldMasterMk cId="2777919331" sldId="2147483704"/>
            <pc:sldLayoutMk cId="232039985" sldId="2147483715"/>
          </pc:sldLayoutMkLst>
        </pc:sldLayoutChg>
      </pc:sldMasterChg>
      <pc:sldMasterChg chg="delSldLayout">
        <pc:chgData name="Kumar Yerrapathni" userId="3863b97b-0242-4a9f-a0da-9c50892cb441" providerId="ADAL" clId="{3C80390B-7826-4E30-8A03-B0C3E2D5384E}" dt="2025-03-30T12:47:14.305" v="11081" actId="47"/>
        <pc:sldMasterMkLst>
          <pc:docMk/>
          <pc:sldMasterMk cId="961815192" sldId="2147483716"/>
        </pc:sldMasterMkLst>
        <pc:sldLayoutChg chg="del">
          <pc:chgData name="Kumar Yerrapathni" userId="3863b97b-0242-4a9f-a0da-9c50892cb441" providerId="ADAL" clId="{3C80390B-7826-4E30-8A03-B0C3E2D5384E}" dt="2025-03-25T00:00:47.799" v="2777" actId="2696"/>
          <pc:sldLayoutMkLst>
            <pc:docMk/>
            <pc:sldMasterMk cId="961815192" sldId="2147483716"/>
            <pc:sldLayoutMk cId="1268147700" sldId="2147483728"/>
          </pc:sldLayoutMkLst>
        </pc:sldLayoutChg>
        <pc:sldLayoutChg chg="del">
          <pc:chgData name="Kumar Yerrapathni" userId="3863b97b-0242-4a9f-a0da-9c50892cb441" providerId="ADAL" clId="{3C80390B-7826-4E30-8A03-B0C3E2D5384E}" dt="2025-03-30T12:47:14.305" v="11081" actId="47"/>
          <pc:sldLayoutMkLst>
            <pc:docMk/>
            <pc:sldMasterMk cId="961815192" sldId="2147483716"/>
            <pc:sldLayoutMk cId="2905608380" sldId="2147483728"/>
          </pc:sldLayoutMkLst>
        </pc:sldLayoutChg>
      </pc:sldMasterChg>
      <pc:sldMasterChg chg="del delSldLayout">
        <pc:chgData name="Kumar Yerrapathni" userId="3863b97b-0242-4a9f-a0da-9c50892cb441" providerId="ADAL" clId="{3C80390B-7826-4E30-8A03-B0C3E2D5384E}" dt="2025-03-13T14:50:32.993" v="819" actId="700"/>
        <pc:sldMasterMkLst>
          <pc:docMk/>
          <pc:sldMasterMk cId="2823592873" sldId="2147483716"/>
        </pc:sldMasterMkLst>
        <pc:sldLayoutChg chg="del">
          <pc:chgData name="Kumar Yerrapathni" userId="3863b97b-0242-4a9f-a0da-9c50892cb441" providerId="ADAL" clId="{3C80390B-7826-4E30-8A03-B0C3E2D5384E}" dt="2025-03-13T14:50:32.993" v="819" actId="700"/>
          <pc:sldLayoutMkLst>
            <pc:docMk/>
            <pc:sldMasterMk cId="2823592873" sldId="2147483716"/>
            <pc:sldLayoutMk cId="2926368210" sldId="2147483717"/>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2022866897" sldId="2147483718"/>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14937257" sldId="2147483719"/>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2840024459" sldId="2147483720"/>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486899982" sldId="2147483721"/>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2329362307" sldId="2147483722"/>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3925401935" sldId="2147483723"/>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167112672" sldId="2147483724"/>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4244348712" sldId="2147483725"/>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3027064722" sldId="2147483726"/>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2122667080" sldId="2147483727"/>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4059561747" sldId="2147483728"/>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389219273" sldId="2147483729"/>
          </pc:sldLayoutMkLst>
        </pc:sldLayoutChg>
        <pc:sldLayoutChg chg="del">
          <pc:chgData name="Kumar Yerrapathni" userId="3863b97b-0242-4a9f-a0da-9c50892cb441" providerId="ADAL" clId="{3C80390B-7826-4E30-8A03-B0C3E2D5384E}" dt="2025-03-13T14:50:32.993" v="819" actId="700"/>
          <pc:sldLayoutMkLst>
            <pc:docMk/>
            <pc:sldMasterMk cId="2823592873" sldId="2147483716"/>
            <pc:sldLayoutMk cId="3294414760" sldId="214748373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45393D-F2A9-4680-84B1-D1062026AD83}" type="datetimeFigureOut">
              <a:rPr lang="en-AU" smtClean="0"/>
              <a:t>27/03/2025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377481-C80E-42C5-B632-0C220D0D3AC4}" type="slidenum">
              <a:rPr lang="en-AU" smtClean="0"/>
              <a:t>‹#›</a:t>
            </a:fld>
            <a:endParaRPr lang="en-AU"/>
          </a:p>
        </p:txBody>
      </p:sp>
    </p:spTree>
    <p:extLst>
      <p:ext uri="{BB962C8B-B14F-4D97-AF65-F5344CB8AC3E}">
        <p14:creationId xmlns:p14="http://schemas.microsoft.com/office/powerpoint/2010/main" val="3376945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13377481-C80E-42C5-B632-0C220D0D3AC4}" type="slidenum">
              <a:rPr lang="en-AU" smtClean="0"/>
              <a:t>6</a:t>
            </a:fld>
            <a:endParaRPr lang="en-AU"/>
          </a:p>
        </p:txBody>
      </p:sp>
    </p:spTree>
    <p:extLst>
      <p:ext uri="{BB962C8B-B14F-4D97-AF65-F5344CB8AC3E}">
        <p14:creationId xmlns:p14="http://schemas.microsoft.com/office/powerpoint/2010/main" val="889467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554047" rtl="0" eaLnBrk="1" fontAlgn="auto" latinLnBrk="0" hangingPunct="1">
              <a:lnSpc>
                <a:spcPct val="100000"/>
              </a:lnSpc>
              <a:spcBef>
                <a:spcPts val="0"/>
              </a:spcBef>
              <a:spcAft>
                <a:spcPts val="0"/>
              </a:spcAft>
              <a:buClrTx/>
              <a:buSzTx/>
              <a:buFontTx/>
              <a:buNone/>
              <a:tabLst/>
              <a:defRPr/>
            </a:pPr>
            <a:fld id="{E3D9C5E5-9620-4FBC-AD03-52B8306EED0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55404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46999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1B044CE-C4E7-0B43-B927-FA6DB82E5A0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2038"/>
            <a:ext cx="12192000" cy="6853925"/>
          </a:xfrm>
          <a:prstGeom prst="rect">
            <a:avLst/>
          </a:prstGeom>
        </p:spPr>
      </p:pic>
      <p:sp>
        <p:nvSpPr>
          <p:cNvPr id="3" name="Date Placeholder 2">
            <a:extLst>
              <a:ext uri="{FF2B5EF4-FFF2-40B4-BE49-F238E27FC236}">
                <a16:creationId xmlns:a16="http://schemas.microsoft.com/office/drawing/2014/main" id="{1B017C3D-FB76-1F40-9155-DE892C40ED9D}"/>
              </a:ext>
            </a:extLst>
          </p:cNvPr>
          <p:cNvSpPr>
            <a:spLocks noGrp="1"/>
          </p:cNvSpPr>
          <p:nvPr>
            <p:ph type="dt" sz="half" idx="10"/>
          </p:nvPr>
        </p:nvSpPr>
        <p:spPr>
          <a:xfrm>
            <a:off x="639511" y="6363315"/>
            <a:ext cx="726976" cy="192539"/>
          </a:xfrm>
        </p:spPr>
        <p:txBody>
          <a:bodyPr/>
          <a:lstStyle>
            <a:lvl1pPr>
              <a:defRPr sz="800">
                <a:solidFill>
                  <a:schemeClr val="tx2"/>
                </a:solidFill>
              </a:defRPr>
            </a:lvl1pPr>
          </a:lstStyle>
          <a:p>
            <a:fld id="{5C7ADA67-2860-A541-985A-AA59DF1C8D51}" type="datetime1">
              <a:rPr lang="en-AU" smtClean="0"/>
              <a:t>27/03/2025</a:t>
            </a:fld>
            <a:endParaRPr lang="en-US"/>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tx2"/>
                </a:solidFill>
              </a:defRPr>
            </a:lvl1pPr>
          </a:lstStyle>
          <a:p>
            <a:fld id="{E917DE0E-AFB1-41FD-BC35-27DB61CA125F}" type="slidenum">
              <a:rPr lang="en-AU" smtClean="0"/>
              <a:pPr/>
              <a:t>‹#›</a:t>
            </a:fld>
            <a:endParaRPr lang="en-AU"/>
          </a:p>
        </p:txBody>
      </p:sp>
      <p:sp>
        <p:nvSpPr>
          <p:cNvPr id="2" name="Title 1">
            <a:extLst>
              <a:ext uri="{FF2B5EF4-FFF2-40B4-BE49-F238E27FC236}">
                <a16:creationId xmlns:a16="http://schemas.microsoft.com/office/drawing/2014/main" id="{D9586AEF-46F9-804F-BD5F-EF25DFDFD525}"/>
              </a:ext>
            </a:extLst>
          </p:cNvPr>
          <p:cNvSpPr>
            <a:spLocks noGrp="1"/>
          </p:cNvSpPr>
          <p:nvPr>
            <p:ph type="title" hasCustomPrompt="1"/>
          </p:nvPr>
        </p:nvSpPr>
        <p:spPr>
          <a:xfrm>
            <a:off x="619936" y="1814087"/>
            <a:ext cx="10515600" cy="1276445"/>
          </a:xfrm>
        </p:spPr>
        <p:txBody>
          <a:bodyPr anchor="t">
            <a:noAutofit/>
          </a:bodyPr>
          <a:lstStyle>
            <a:lvl1pPr>
              <a:defRPr sz="5000"/>
            </a:lvl1pPr>
          </a:lstStyle>
          <a:p>
            <a:r>
              <a:rPr lang="en-US"/>
              <a:t>Click to edit </a:t>
            </a:r>
            <a:br>
              <a:rPr lang="en-US"/>
            </a:br>
            <a:r>
              <a:rPr lang="en-US"/>
              <a:t>Master title style</a:t>
            </a:r>
          </a:p>
        </p:txBody>
      </p:sp>
      <p:sp>
        <p:nvSpPr>
          <p:cNvPr id="16" name="Subtitle 2">
            <a:extLst>
              <a:ext uri="{FF2B5EF4-FFF2-40B4-BE49-F238E27FC236}">
                <a16:creationId xmlns:a16="http://schemas.microsoft.com/office/drawing/2014/main" id="{20390C70-3696-9041-A9B2-1C7BE491F967}"/>
              </a:ext>
            </a:extLst>
          </p:cNvPr>
          <p:cNvSpPr>
            <a:spLocks noGrp="1"/>
          </p:cNvSpPr>
          <p:nvPr>
            <p:ph type="subTitle" idx="1"/>
          </p:nvPr>
        </p:nvSpPr>
        <p:spPr>
          <a:xfrm>
            <a:off x="615191" y="3262696"/>
            <a:ext cx="9144000" cy="598352"/>
          </a:xfrm>
        </p:spPr>
        <p:txBody>
          <a:bodyPr/>
          <a:lstStyle>
            <a:lvl1pPr marL="0" indent="0" algn="l">
              <a:buNone/>
              <a:defRPr sz="1800">
                <a:solidFill>
                  <a:schemeClr val="bg2"/>
                </a:solidFill>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spTree>
    <p:extLst>
      <p:ext uri="{BB962C8B-B14F-4D97-AF65-F5344CB8AC3E}">
        <p14:creationId xmlns:p14="http://schemas.microsoft.com/office/powerpoint/2010/main" val="1515688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53BA22-94E4-4E43-920E-D2C1AC1530F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2038"/>
            <a:ext cx="12192000" cy="6853925"/>
          </a:xfrm>
          <a:prstGeom prst="rect">
            <a:avLst/>
          </a:prstGeom>
        </p:spPr>
      </p:pic>
      <p:sp>
        <p:nvSpPr>
          <p:cNvPr id="3" name="Date Placeholder 2">
            <a:extLst>
              <a:ext uri="{FF2B5EF4-FFF2-40B4-BE49-F238E27FC236}">
                <a16:creationId xmlns:a16="http://schemas.microsoft.com/office/drawing/2014/main" id="{1B017C3D-FB76-1F40-9155-DE892C40ED9D}"/>
              </a:ext>
            </a:extLst>
          </p:cNvPr>
          <p:cNvSpPr>
            <a:spLocks noGrp="1"/>
          </p:cNvSpPr>
          <p:nvPr>
            <p:ph type="dt" sz="half" idx="10"/>
          </p:nvPr>
        </p:nvSpPr>
        <p:spPr>
          <a:xfrm>
            <a:off x="664502" y="6356353"/>
            <a:ext cx="2071125" cy="221825"/>
          </a:xfrm>
        </p:spPr>
        <p:txBody>
          <a:bodyPr/>
          <a:lstStyle>
            <a:lvl1pPr>
              <a:defRPr sz="800">
                <a:solidFill>
                  <a:schemeClr val="bg1"/>
                </a:solidFill>
              </a:defRPr>
            </a:lvl1pPr>
          </a:lstStyle>
          <a:p>
            <a:fld id="{261784E3-17B6-874D-9D05-FF97430085E8}" type="datetime1">
              <a:rPr lang="en-AU" smtClean="0"/>
              <a:t>27/03/2025</a:t>
            </a:fld>
            <a:endParaRPr lang="en-US"/>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bg1"/>
                </a:solidFill>
              </a:defRPr>
            </a:lvl1pPr>
          </a:lstStyle>
          <a:p>
            <a:fld id="{E917DE0E-AFB1-41FD-BC35-27DB61CA125F}" type="slidenum">
              <a:rPr lang="en-AU" smtClean="0"/>
              <a:pPr/>
              <a:t>‹#›</a:t>
            </a:fld>
            <a:endParaRPr lang="en-AU"/>
          </a:p>
        </p:txBody>
      </p:sp>
      <p:sp>
        <p:nvSpPr>
          <p:cNvPr id="2" name="Title 1">
            <a:extLst>
              <a:ext uri="{FF2B5EF4-FFF2-40B4-BE49-F238E27FC236}">
                <a16:creationId xmlns:a16="http://schemas.microsoft.com/office/drawing/2014/main" id="{D9586AEF-46F9-804F-BD5F-EF25DFDFD525}"/>
              </a:ext>
            </a:extLst>
          </p:cNvPr>
          <p:cNvSpPr>
            <a:spLocks noGrp="1"/>
          </p:cNvSpPr>
          <p:nvPr>
            <p:ph type="title" hasCustomPrompt="1"/>
          </p:nvPr>
        </p:nvSpPr>
        <p:spPr>
          <a:xfrm>
            <a:off x="619801" y="1856593"/>
            <a:ext cx="10515600" cy="1349849"/>
          </a:xfrm>
        </p:spPr>
        <p:txBody>
          <a:bodyPr anchor="t">
            <a:noAutofit/>
          </a:bodyPr>
          <a:lstStyle>
            <a:lvl1pPr>
              <a:defRPr sz="5000">
                <a:solidFill>
                  <a:schemeClr val="bg1"/>
                </a:solidFill>
              </a:defRPr>
            </a:lvl1pPr>
          </a:lstStyle>
          <a:p>
            <a:r>
              <a:rPr lang="en-US"/>
              <a:t>Click to edit </a:t>
            </a:r>
            <a:br>
              <a:rPr lang="en-US"/>
            </a:br>
            <a:r>
              <a:rPr lang="en-US"/>
              <a:t>Master title style</a:t>
            </a:r>
          </a:p>
        </p:txBody>
      </p:sp>
      <p:sp>
        <p:nvSpPr>
          <p:cNvPr id="16" name="Subtitle 2">
            <a:extLst>
              <a:ext uri="{FF2B5EF4-FFF2-40B4-BE49-F238E27FC236}">
                <a16:creationId xmlns:a16="http://schemas.microsoft.com/office/drawing/2014/main" id="{20390C70-3696-9041-A9B2-1C7BE491F967}"/>
              </a:ext>
            </a:extLst>
          </p:cNvPr>
          <p:cNvSpPr>
            <a:spLocks noGrp="1"/>
          </p:cNvSpPr>
          <p:nvPr>
            <p:ph type="subTitle" idx="1"/>
          </p:nvPr>
        </p:nvSpPr>
        <p:spPr>
          <a:xfrm>
            <a:off x="615191" y="3394520"/>
            <a:ext cx="9144000" cy="691059"/>
          </a:xfrm>
        </p:spPr>
        <p:txBody>
          <a:bodyPr/>
          <a:lstStyle>
            <a:lvl1pPr marL="0" indent="0" algn="l">
              <a:buNone/>
              <a:defRPr sz="1800">
                <a:solidFill>
                  <a:schemeClr val="bg2"/>
                </a:solidFill>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spTree>
    <p:extLst>
      <p:ext uri="{BB962C8B-B14F-4D97-AF65-F5344CB8AC3E}">
        <p14:creationId xmlns:p14="http://schemas.microsoft.com/office/powerpoint/2010/main" val="425109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154BBFA-7AD6-2D46-997F-2DE8F26FEF0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2038"/>
            <a:ext cx="12192000" cy="6853925"/>
          </a:xfrm>
          <a:prstGeom prst="rect">
            <a:avLst/>
          </a:prstGeom>
        </p:spPr>
      </p:pic>
      <p:sp>
        <p:nvSpPr>
          <p:cNvPr id="3" name="Date Placeholder 2">
            <a:extLst>
              <a:ext uri="{FF2B5EF4-FFF2-40B4-BE49-F238E27FC236}">
                <a16:creationId xmlns:a16="http://schemas.microsoft.com/office/drawing/2014/main" id="{1B017C3D-FB76-1F40-9155-DE892C40ED9D}"/>
              </a:ext>
            </a:extLst>
          </p:cNvPr>
          <p:cNvSpPr>
            <a:spLocks noGrp="1"/>
          </p:cNvSpPr>
          <p:nvPr>
            <p:ph type="dt" sz="half" idx="10"/>
          </p:nvPr>
        </p:nvSpPr>
        <p:spPr>
          <a:xfrm>
            <a:off x="664502" y="6356353"/>
            <a:ext cx="2071125" cy="221825"/>
          </a:xfrm>
        </p:spPr>
        <p:txBody>
          <a:bodyPr/>
          <a:lstStyle>
            <a:lvl1pPr>
              <a:defRPr sz="800">
                <a:solidFill>
                  <a:schemeClr val="bg1"/>
                </a:solidFill>
              </a:defRPr>
            </a:lvl1pPr>
          </a:lstStyle>
          <a:p>
            <a:fld id="{6F2054B3-1B05-3E4A-AD73-62F409AA08E6}" type="datetime1">
              <a:rPr lang="en-AU" smtClean="0"/>
              <a:t>27/03/2025</a:t>
            </a:fld>
            <a:endParaRPr lang="en-US"/>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bg1"/>
                </a:solidFill>
              </a:defRPr>
            </a:lvl1pPr>
          </a:lstStyle>
          <a:p>
            <a:fld id="{E917DE0E-AFB1-41FD-BC35-27DB61CA125F}" type="slidenum">
              <a:rPr lang="en-AU" smtClean="0"/>
              <a:pPr/>
              <a:t>‹#›</a:t>
            </a:fld>
            <a:endParaRPr lang="en-AU"/>
          </a:p>
        </p:txBody>
      </p:sp>
      <p:sp>
        <p:nvSpPr>
          <p:cNvPr id="2" name="Title 1">
            <a:extLst>
              <a:ext uri="{FF2B5EF4-FFF2-40B4-BE49-F238E27FC236}">
                <a16:creationId xmlns:a16="http://schemas.microsoft.com/office/drawing/2014/main" id="{D9586AEF-46F9-804F-BD5F-EF25DFDFD525}"/>
              </a:ext>
            </a:extLst>
          </p:cNvPr>
          <p:cNvSpPr>
            <a:spLocks noGrp="1"/>
          </p:cNvSpPr>
          <p:nvPr>
            <p:ph type="title" hasCustomPrompt="1"/>
          </p:nvPr>
        </p:nvSpPr>
        <p:spPr>
          <a:xfrm>
            <a:off x="619801" y="1145030"/>
            <a:ext cx="10515600" cy="1349849"/>
          </a:xfrm>
        </p:spPr>
        <p:txBody>
          <a:bodyPr anchor="t">
            <a:noAutofit/>
          </a:bodyPr>
          <a:lstStyle>
            <a:lvl1pPr>
              <a:defRPr sz="5000">
                <a:solidFill>
                  <a:schemeClr val="bg1"/>
                </a:solidFill>
              </a:defRPr>
            </a:lvl1pPr>
          </a:lstStyle>
          <a:p>
            <a:r>
              <a:rPr lang="en-US"/>
              <a:t>Click to edit </a:t>
            </a:r>
            <a:br>
              <a:rPr lang="en-US"/>
            </a:br>
            <a:r>
              <a:rPr lang="en-US"/>
              <a:t>Master title style</a:t>
            </a:r>
          </a:p>
        </p:txBody>
      </p:sp>
      <p:sp>
        <p:nvSpPr>
          <p:cNvPr id="16" name="Subtitle 2">
            <a:extLst>
              <a:ext uri="{FF2B5EF4-FFF2-40B4-BE49-F238E27FC236}">
                <a16:creationId xmlns:a16="http://schemas.microsoft.com/office/drawing/2014/main" id="{20390C70-3696-9041-A9B2-1C7BE491F967}"/>
              </a:ext>
            </a:extLst>
          </p:cNvPr>
          <p:cNvSpPr>
            <a:spLocks noGrp="1"/>
          </p:cNvSpPr>
          <p:nvPr>
            <p:ph type="subTitle" idx="1"/>
          </p:nvPr>
        </p:nvSpPr>
        <p:spPr>
          <a:xfrm>
            <a:off x="615191" y="2562533"/>
            <a:ext cx="9144000" cy="691059"/>
          </a:xfrm>
        </p:spPr>
        <p:txBody>
          <a:bodyPr/>
          <a:lstStyle>
            <a:lvl1pPr marL="0" indent="0" algn="l">
              <a:buNone/>
              <a:defRPr sz="1800">
                <a:solidFill>
                  <a:schemeClr val="tx1"/>
                </a:solidFill>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spTree>
    <p:extLst>
      <p:ext uri="{BB962C8B-B14F-4D97-AF65-F5344CB8AC3E}">
        <p14:creationId xmlns:p14="http://schemas.microsoft.com/office/powerpoint/2010/main" val="3704008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5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CCD642-F121-AF47-919B-92CEA275FFE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2038"/>
            <a:ext cx="12192000" cy="6853925"/>
          </a:xfrm>
          <a:prstGeom prst="rect">
            <a:avLst/>
          </a:prstGeom>
        </p:spPr>
      </p:pic>
      <p:sp>
        <p:nvSpPr>
          <p:cNvPr id="3" name="Date Placeholder 2">
            <a:extLst>
              <a:ext uri="{FF2B5EF4-FFF2-40B4-BE49-F238E27FC236}">
                <a16:creationId xmlns:a16="http://schemas.microsoft.com/office/drawing/2014/main" id="{1B017C3D-FB76-1F40-9155-DE892C40ED9D}"/>
              </a:ext>
            </a:extLst>
          </p:cNvPr>
          <p:cNvSpPr>
            <a:spLocks noGrp="1"/>
          </p:cNvSpPr>
          <p:nvPr>
            <p:ph type="dt" sz="half" idx="10"/>
          </p:nvPr>
        </p:nvSpPr>
        <p:spPr>
          <a:xfrm>
            <a:off x="664502" y="6356353"/>
            <a:ext cx="2071125" cy="221825"/>
          </a:xfrm>
        </p:spPr>
        <p:txBody>
          <a:bodyPr/>
          <a:lstStyle>
            <a:lvl1pPr>
              <a:defRPr sz="800">
                <a:solidFill>
                  <a:schemeClr val="bg1"/>
                </a:solidFill>
              </a:defRPr>
            </a:lvl1pPr>
          </a:lstStyle>
          <a:p>
            <a:fld id="{0F7A4C23-78A3-1548-B963-E08E78E8A6E7}" type="datetime1">
              <a:rPr lang="en-AU" smtClean="0"/>
              <a:t>27/03/2025</a:t>
            </a:fld>
            <a:endParaRPr lang="en-US"/>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bg1"/>
                </a:solidFill>
              </a:defRPr>
            </a:lvl1pPr>
          </a:lstStyle>
          <a:p>
            <a:fld id="{E917DE0E-AFB1-41FD-BC35-27DB61CA125F}" type="slidenum">
              <a:rPr lang="en-AU" smtClean="0"/>
              <a:pPr/>
              <a:t>‹#›</a:t>
            </a:fld>
            <a:endParaRPr lang="en-AU"/>
          </a:p>
        </p:txBody>
      </p:sp>
      <p:sp>
        <p:nvSpPr>
          <p:cNvPr id="2" name="Title 1">
            <a:extLst>
              <a:ext uri="{FF2B5EF4-FFF2-40B4-BE49-F238E27FC236}">
                <a16:creationId xmlns:a16="http://schemas.microsoft.com/office/drawing/2014/main" id="{D9586AEF-46F9-804F-BD5F-EF25DFDFD525}"/>
              </a:ext>
            </a:extLst>
          </p:cNvPr>
          <p:cNvSpPr>
            <a:spLocks noGrp="1"/>
          </p:cNvSpPr>
          <p:nvPr>
            <p:ph type="title" hasCustomPrompt="1"/>
          </p:nvPr>
        </p:nvSpPr>
        <p:spPr>
          <a:xfrm>
            <a:off x="619801" y="3429001"/>
            <a:ext cx="10515600" cy="1349849"/>
          </a:xfrm>
        </p:spPr>
        <p:txBody>
          <a:bodyPr anchor="t">
            <a:noAutofit/>
          </a:bodyPr>
          <a:lstStyle>
            <a:lvl1pPr>
              <a:defRPr sz="5000">
                <a:solidFill>
                  <a:schemeClr val="bg1"/>
                </a:solidFill>
              </a:defRPr>
            </a:lvl1pPr>
          </a:lstStyle>
          <a:p>
            <a:r>
              <a:rPr lang="en-US"/>
              <a:t>Click to edit </a:t>
            </a:r>
            <a:br>
              <a:rPr lang="en-US"/>
            </a:br>
            <a:r>
              <a:rPr lang="en-US"/>
              <a:t>Master title style</a:t>
            </a:r>
          </a:p>
        </p:txBody>
      </p:sp>
      <p:sp>
        <p:nvSpPr>
          <p:cNvPr id="16" name="Subtitle 2">
            <a:extLst>
              <a:ext uri="{FF2B5EF4-FFF2-40B4-BE49-F238E27FC236}">
                <a16:creationId xmlns:a16="http://schemas.microsoft.com/office/drawing/2014/main" id="{20390C70-3696-9041-A9B2-1C7BE491F967}"/>
              </a:ext>
            </a:extLst>
          </p:cNvPr>
          <p:cNvSpPr>
            <a:spLocks noGrp="1"/>
          </p:cNvSpPr>
          <p:nvPr>
            <p:ph type="subTitle" idx="1"/>
          </p:nvPr>
        </p:nvSpPr>
        <p:spPr>
          <a:xfrm>
            <a:off x="615191" y="4868169"/>
            <a:ext cx="9144000" cy="691059"/>
          </a:xfrm>
        </p:spPr>
        <p:txBody>
          <a:bodyPr/>
          <a:lstStyle>
            <a:lvl1pPr marL="0" indent="0" algn="l">
              <a:buNone/>
              <a:defRPr sz="1800">
                <a:solidFill>
                  <a:schemeClr val="bg1"/>
                </a:solidFill>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spTree>
    <p:extLst>
      <p:ext uri="{BB962C8B-B14F-4D97-AF65-F5344CB8AC3E}">
        <p14:creationId xmlns:p14="http://schemas.microsoft.com/office/powerpoint/2010/main" val="280666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35BBB0-04EB-BF4C-9C52-1408E60E8E6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7478"/>
            <a:ext cx="12192000" cy="6853925"/>
          </a:xfrm>
          <a:prstGeom prst="rect">
            <a:avLst/>
          </a:prstGeom>
        </p:spPr>
      </p:pic>
      <p:sp>
        <p:nvSpPr>
          <p:cNvPr id="3" name="Date Placeholder 2">
            <a:extLst>
              <a:ext uri="{FF2B5EF4-FFF2-40B4-BE49-F238E27FC236}">
                <a16:creationId xmlns:a16="http://schemas.microsoft.com/office/drawing/2014/main" id="{1B017C3D-FB76-1F40-9155-DE892C40ED9D}"/>
              </a:ext>
            </a:extLst>
          </p:cNvPr>
          <p:cNvSpPr>
            <a:spLocks noGrp="1"/>
          </p:cNvSpPr>
          <p:nvPr>
            <p:ph type="dt" sz="half" idx="10"/>
          </p:nvPr>
        </p:nvSpPr>
        <p:spPr>
          <a:xfrm>
            <a:off x="664502" y="6356353"/>
            <a:ext cx="2071125" cy="221825"/>
          </a:xfrm>
        </p:spPr>
        <p:txBody>
          <a:bodyPr/>
          <a:lstStyle>
            <a:lvl1pPr>
              <a:defRPr sz="800">
                <a:solidFill>
                  <a:schemeClr val="bg1"/>
                </a:solidFill>
              </a:defRPr>
            </a:lvl1pPr>
          </a:lstStyle>
          <a:p>
            <a:fld id="{CE897466-A166-E94D-8290-0F9CE4F0270F}" type="datetime1">
              <a:rPr lang="en-AU" smtClean="0"/>
              <a:t>27/03/2025</a:t>
            </a:fld>
            <a:endParaRPr lang="en-US"/>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bg1"/>
                </a:solidFill>
              </a:defRPr>
            </a:lvl1pPr>
          </a:lstStyle>
          <a:p>
            <a:fld id="{E917DE0E-AFB1-41FD-BC35-27DB61CA125F}" type="slidenum">
              <a:rPr lang="en-AU" smtClean="0"/>
              <a:pPr/>
              <a:t>‹#›</a:t>
            </a:fld>
            <a:endParaRPr lang="en-AU"/>
          </a:p>
        </p:txBody>
      </p:sp>
      <p:sp>
        <p:nvSpPr>
          <p:cNvPr id="2" name="Title 1">
            <a:extLst>
              <a:ext uri="{FF2B5EF4-FFF2-40B4-BE49-F238E27FC236}">
                <a16:creationId xmlns:a16="http://schemas.microsoft.com/office/drawing/2014/main" id="{D9586AEF-46F9-804F-BD5F-EF25DFDFD525}"/>
              </a:ext>
            </a:extLst>
          </p:cNvPr>
          <p:cNvSpPr>
            <a:spLocks noGrp="1"/>
          </p:cNvSpPr>
          <p:nvPr>
            <p:ph type="title" hasCustomPrompt="1"/>
          </p:nvPr>
        </p:nvSpPr>
        <p:spPr>
          <a:xfrm>
            <a:off x="619801" y="3702222"/>
            <a:ext cx="10515600" cy="1349849"/>
          </a:xfrm>
        </p:spPr>
        <p:txBody>
          <a:bodyPr anchor="t">
            <a:noAutofit/>
          </a:bodyPr>
          <a:lstStyle>
            <a:lvl1pPr>
              <a:defRPr sz="5000">
                <a:solidFill>
                  <a:schemeClr val="bg1"/>
                </a:solidFill>
              </a:defRPr>
            </a:lvl1pPr>
          </a:lstStyle>
          <a:p>
            <a:r>
              <a:rPr lang="en-US"/>
              <a:t>Click to edit </a:t>
            </a:r>
            <a:br>
              <a:rPr lang="en-US"/>
            </a:br>
            <a:r>
              <a:rPr lang="en-US"/>
              <a:t>Master title style</a:t>
            </a:r>
          </a:p>
        </p:txBody>
      </p:sp>
      <p:sp>
        <p:nvSpPr>
          <p:cNvPr id="16" name="Subtitle 2">
            <a:extLst>
              <a:ext uri="{FF2B5EF4-FFF2-40B4-BE49-F238E27FC236}">
                <a16:creationId xmlns:a16="http://schemas.microsoft.com/office/drawing/2014/main" id="{20390C70-3696-9041-A9B2-1C7BE491F967}"/>
              </a:ext>
            </a:extLst>
          </p:cNvPr>
          <p:cNvSpPr>
            <a:spLocks noGrp="1"/>
          </p:cNvSpPr>
          <p:nvPr>
            <p:ph type="subTitle" idx="1"/>
          </p:nvPr>
        </p:nvSpPr>
        <p:spPr>
          <a:xfrm>
            <a:off x="615191" y="5185647"/>
            <a:ext cx="9144000" cy="691059"/>
          </a:xfrm>
        </p:spPr>
        <p:txBody>
          <a:bodyPr/>
          <a:lstStyle>
            <a:lvl1pPr marL="0" indent="0" algn="l">
              <a:buNone/>
              <a:defRPr sz="1800">
                <a:solidFill>
                  <a:schemeClr val="bg1"/>
                </a:solidFill>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spTree>
    <p:extLst>
      <p:ext uri="{BB962C8B-B14F-4D97-AF65-F5344CB8AC3E}">
        <p14:creationId xmlns:p14="http://schemas.microsoft.com/office/powerpoint/2010/main" val="118829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45A66EF-337E-AD48-996E-94977548EA7C}"/>
              </a:ext>
            </a:extLst>
          </p:cNvPr>
          <p:cNvSpPr/>
          <p:nvPr userDrawn="1"/>
        </p:nvSpPr>
        <p:spPr>
          <a:xfrm>
            <a:off x="0" y="0"/>
            <a:ext cx="12192000" cy="69746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9586AEF-46F9-804F-BD5F-EF25DFDFD525}"/>
              </a:ext>
            </a:extLst>
          </p:cNvPr>
          <p:cNvSpPr>
            <a:spLocks noGrp="1"/>
          </p:cNvSpPr>
          <p:nvPr>
            <p:ph type="title" hasCustomPrompt="1"/>
          </p:nvPr>
        </p:nvSpPr>
        <p:spPr>
          <a:xfrm>
            <a:off x="619801" y="1856593"/>
            <a:ext cx="10515600" cy="1349849"/>
          </a:xfrm>
        </p:spPr>
        <p:txBody>
          <a:bodyPr anchor="t">
            <a:noAutofit/>
          </a:bodyPr>
          <a:lstStyle>
            <a:lvl1pPr>
              <a:defRPr sz="5000">
                <a:solidFill>
                  <a:schemeClr val="tx2"/>
                </a:solidFill>
              </a:defRPr>
            </a:lvl1pPr>
          </a:lstStyle>
          <a:p>
            <a:r>
              <a:rPr lang="en-US"/>
              <a:t>Click to edit </a:t>
            </a:r>
            <a:br>
              <a:rPr lang="en-US"/>
            </a:br>
            <a:r>
              <a:rPr lang="en-US"/>
              <a:t>Master title style</a:t>
            </a:r>
          </a:p>
        </p:txBody>
      </p:sp>
      <p:sp>
        <p:nvSpPr>
          <p:cNvPr id="4" name="Footer Placeholder 3">
            <a:extLst>
              <a:ext uri="{FF2B5EF4-FFF2-40B4-BE49-F238E27FC236}">
                <a16:creationId xmlns:a16="http://schemas.microsoft.com/office/drawing/2014/main" id="{41DDE6EB-B3B4-2449-867A-146FADF0C827}"/>
              </a:ext>
            </a:extLst>
          </p:cNvPr>
          <p:cNvSpPr>
            <a:spLocks noGrp="1"/>
          </p:cNvSpPr>
          <p:nvPr>
            <p:ph type="ftr" sz="quarter" idx="11"/>
          </p:nvPr>
        </p:nvSpPr>
        <p:spPr>
          <a:xfrm>
            <a:off x="2159563" y="6356353"/>
            <a:ext cx="5225752" cy="221825"/>
          </a:xfrm>
        </p:spPr>
        <p:txBody>
          <a:bodyPr/>
          <a:lstStyle>
            <a:lvl1pPr algn="l">
              <a:defRPr>
                <a:solidFill>
                  <a:schemeClr val="tx2"/>
                </a:solidFill>
              </a:defRPr>
            </a:lvl1pPr>
          </a:lstStyle>
          <a:p>
            <a:r>
              <a:rPr lang="en-AU"/>
              <a:t>Sydney Water PowerPoint template</a:t>
            </a:r>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tx2"/>
                </a:solidFill>
              </a:defRPr>
            </a:lvl1pPr>
          </a:lstStyle>
          <a:p>
            <a:fld id="{E917DE0E-AFB1-41FD-BC35-27DB61CA125F}" type="slidenum">
              <a:rPr lang="en-AU" smtClean="0"/>
              <a:pPr/>
              <a:t>‹#›</a:t>
            </a:fld>
            <a:endParaRPr lang="en-AU"/>
          </a:p>
        </p:txBody>
      </p:sp>
      <p:sp>
        <p:nvSpPr>
          <p:cNvPr id="16" name="Subtitle 2">
            <a:extLst>
              <a:ext uri="{FF2B5EF4-FFF2-40B4-BE49-F238E27FC236}">
                <a16:creationId xmlns:a16="http://schemas.microsoft.com/office/drawing/2014/main" id="{20390C70-3696-9041-A9B2-1C7BE491F967}"/>
              </a:ext>
            </a:extLst>
          </p:cNvPr>
          <p:cNvSpPr>
            <a:spLocks noGrp="1"/>
          </p:cNvSpPr>
          <p:nvPr>
            <p:ph type="subTitle" idx="1"/>
          </p:nvPr>
        </p:nvSpPr>
        <p:spPr>
          <a:xfrm>
            <a:off x="615191" y="3394520"/>
            <a:ext cx="9144000" cy="691059"/>
          </a:xfrm>
        </p:spPr>
        <p:txBody>
          <a:bodyPr/>
          <a:lstStyle>
            <a:lvl1pPr marL="0" indent="0" algn="l">
              <a:buNone/>
              <a:defRPr sz="1800">
                <a:solidFill>
                  <a:schemeClr val="bg1"/>
                </a:solidFill>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pic>
        <p:nvPicPr>
          <p:cNvPr id="9" name="Picture 8">
            <a:extLst>
              <a:ext uri="{FF2B5EF4-FFF2-40B4-BE49-F238E27FC236}">
                <a16:creationId xmlns:a16="http://schemas.microsoft.com/office/drawing/2014/main" id="{3885FEAC-4A0E-0F44-B43C-CD855630F3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75192" y="5760275"/>
            <a:ext cx="1297141" cy="480132"/>
          </a:xfrm>
          <a:prstGeom prst="rect">
            <a:avLst/>
          </a:prstGeom>
        </p:spPr>
      </p:pic>
      <p:sp>
        <p:nvSpPr>
          <p:cNvPr id="10" name="Date Placeholder 2">
            <a:extLst>
              <a:ext uri="{FF2B5EF4-FFF2-40B4-BE49-F238E27FC236}">
                <a16:creationId xmlns:a16="http://schemas.microsoft.com/office/drawing/2014/main" id="{8A55FC50-63A5-FD46-A064-6AC9FFA7A8FD}"/>
              </a:ext>
            </a:extLst>
          </p:cNvPr>
          <p:cNvSpPr>
            <a:spLocks noGrp="1"/>
          </p:cNvSpPr>
          <p:nvPr>
            <p:ph type="dt" sz="half" idx="13"/>
          </p:nvPr>
        </p:nvSpPr>
        <p:spPr>
          <a:xfrm>
            <a:off x="617459" y="6368655"/>
            <a:ext cx="1391260" cy="209523"/>
          </a:xfrm>
          <a:noFill/>
        </p:spPr>
        <p:txBody>
          <a:bodyPr/>
          <a:lstStyle>
            <a:lvl1pPr>
              <a:defRPr sz="800">
                <a:solidFill>
                  <a:schemeClr val="tx1"/>
                </a:solidFill>
              </a:defRPr>
            </a:lvl1pPr>
          </a:lstStyle>
          <a:p>
            <a:fld id="{144326A2-96CF-C249-A248-A81A4596DA19}" type="datetime1">
              <a:rPr lang="en-AU" smtClean="0"/>
              <a:t>27/03/2025</a:t>
            </a:fld>
            <a:endParaRPr lang="en-US"/>
          </a:p>
        </p:txBody>
      </p:sp>
    </p:spTree>
    <p:extLst>
      <p:ext uri="{BB962C8B-B14F-4D97-AF65-F5344CB8AC3E}">
        <p14:creationId xmlns:p14="http://schemas.microsoft.com/office/powerpoint/2010/main" val="2341113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45A66EF-337E-AD48-996E-94977548EA7C}"/>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9586AEF-46F9-804F-BD5F-EF25DFDFD525}"/>
              </a:ext>
            </a:extLst>
          </p:cNvPr>
          <p:cNvSpPr>
            <a:spLocks noGrp="1"/>
          </p:cNvSpPr>
          <p:nvPr>
            <p:ph type="title" hasCustomPrompt="1"/>
          </p:nvPr>
        </p:nvSpPr>
        <p:spPr>
          <a:xfrm>
            <a:off x="619801" y="1856593"/>
            <a:ext cx="10515600" cy="1349849"/>
          </a:xfrm>
        </p:spPr>
        <p:txBody>
          <a:bodyPr anchor="t">
            <a:noAutofit/>
          </a:bodyPr>
          <a:lstStyle>
            <a:lvl1pPr>
              <a:defRPr sz="5000">
                <a:solidFill>
                  <a:schemeClr val="tx2"/>
                </a:solidFill>
              </a:defRPr>
            </a:lvl1pPr>
          </a:lstStyle>
          <a:p>
            <a:r>
              <a:rPr lang="en-US"/>
              <a:t>Click to edit </a:t>
            </a:r>
            <a:br>
              <a:rPr lang="en-US"/>
            </a:br>
            <a:r>
              <a:rPr lang="en-US"/>
              <a:t>Master title style</a:t>
            </a:r>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tx2"/>
                </a:solidFill>
              </a:defRPr>
            </a:lvl1pPr>
          </a:lstStyle>
          <a:p>
            <a:fld id="{E917DE0E-AFB1-41FD-BC35-27DB61CA125F}" type="slidenum">
              <a:rPr lang="en-AU" smtClean="0"/>
              <a:pPr/>
              <a:t>‹#›</a:t>
            </a:fld>
            <a:endParaRPr lang="en-AU"/>
          </a:p>
        </p:txBody>
      </p:sp>
      <p:sp>
        <p:nvSpPr>
          <p:cNvPr id="16" name="Subtitle 2">
            <a:extLst>
              <a:ext uri="{FF2B5EF4-FFF2-40B4-BE49-F238E27FC236}">
                <a16:creationId xmlns:a16="http://schemas.microsoft.com/office/drawing/2014/main" id="{20390C70-3696-9041-A9B2-1C7BE491F967}"/>
              </a:ext>
            </a:extLst>
          </p:cNvPr>
          <p:cNvSpPr>
            <a:spLocks noGrp="1"/>
          </p:cNvSpPr>
          <p:nvPr>
            <p:ph type="subTitle" idx="1"/>
          </p:nvPr>
        </p:nvSpPr>
        <p:spPr>
          <a:xfrm>
            <a:off x="615191" y="3394520"/>
            <a:ext cx="9144000" cy="691059"/>
          </a:xfrm>
        </p:spPr>
        <p:txBody>
          <a:bodyPr/>
          <a:lstStyle>
            <a:lvl1pPr marL="0" indent="0" algn="l">
              <a:buNone/>
              <a:defRPr sz="1800">
                <a:solidFill>
                  <a:schemeClr val="bg1"/>
                </a:solidFill>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sp>
        <p:nvSpPr>
          <p:cNvPr id="9" name="Footer Placeholder 3">
            <a:extLst>
              <a:ext uri="{FF2B5EF4-FFF2-40B4-BE49-F238E27FC236}">
                <a16:creationId xmlns:a16="http://schemas.microsoft.com/office/drawing/2014/main" id="{E6CCD83D-BE0D-704C-B42E-783822D21DDB}"/>
              </a:ext>
            </a:extLst>
          </p:cNvPr>
          <p:cNvSpPr>
            <a:spLocks noGrp="1"/>
          </p:cNvSpPr>
          <p:nvPr>
            <p:ph type="ftr" sz="quarter" idx="11"/>
          </p:nvPr>
        </p:nvSpPr>
        <p:spPr>
          <a:xfrm>
            <a:off x="2159563" y="6356353"/>
            <a:ext cx="5225752" cy="221825"/>
          </a:xfrm>
        </p:spPr>
        <p:txBody>
          <a:bodyPr/>
          <a:lstStyle>
            <a:lvl1pPr algn="l">
              <a:defRPr>
                <a:solidFill>
                  <a:schemeClr val="tx2"/>
                </a:solidFill>
              </a:defRPr>
            </a:lvl1pPr>
          </a:lstStyle>
          <a:p>
            <a:r>
              <a:rPr lang="en-AU"/>
              <a:t>Sydney Water PowerPoint template</a:t>
            </a:r>
          </a:p>
        </p:txBody>
      </p:sp>
      <p:sp>
        <p:nvSpPr>
          <p:cNvPr id="10" name="Date Placeholder 2">
            <a:extLst>
              <a:ext uri="{FF2B5EF4-FFF2-40B4-BE49-F238E27FC236}">
                <a16:creationId xmlns:a16="http://schemas.microsoft.com/office/drawing/2014/main" id="{D217BEAD-6A63-AD42-991B-76E0C79EDBC2}"/>
              </a:ext>
            </a:extLst>
          </p:cNvPr>
          <p:cNvSpPr>
            <a:spLocks noGrp="1"/>
          </p:cNvSpPr>
          <p:nvPr>
            <p:ph type="dt" sz="half" idx="13"/>
          </p:nvPr>
        </p:nvSpPr>
        <p:spPr>
          <a:xfrm>
            <a:off x="617459" y="6368655"/>
            <a:ext cx="1391260" cy="209523"/>
          </a:xfrm>
          <a:noFill/>
        </p:spPr>
        <p:txBody>
          <a:bodyPr/>
          <a:lstStyle>
            <a:lvl1pPr>
              <a:defRPr sz="800">
                <a:solidFill>
                  <a:schemeClr val="tx1"/>
                </a:solidFill>
              </a:defRPr>
            </a:lvl1pPr>
          </a:lstStyle>
          <a:p>
            <a:fld id="{8D9FD36B-F23C-654C-A402-E3BD4979E4E5}" type="datetime1">
              <a:rPr lang="en-AU" smtClean="0"/>
              <a:t>27/03/2025</a:t>
            </a:fld>
            <a:endParaRPr lang="en-US"/>
          </a:p>
        </p:txBody>
      </p:sp>
      <p:pic>
        <p:nvPicPr>
          <p:cNvPr id="11" name="Picture 10">
            <a:extLst>
              <a:ext uri="{FF2B5EF4-FFF2-40B4-BE49-F238E27FC236}">
                <a16:creationId xmlns:a16="http://schemas.microsoft.com/office/drawing/2014/main" id="{25E30FB3-DE6F-9F49-8329-DCFDF2C44C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75192" y="5760275"/>
            <a:ext cx="1297141" cy="480132"/>
          </a:xfrm>
          <a:prstGeom prst="rect">
            <a:avLst/>
          </a:prstGeom>
        </p:spPr>
      </p:pic>
    </p:spTree>
    <p:extLst>
      <p:ext uri="{BB962C8B-B14F-4D97-AF65-F5344CB8AC3E}">
        <p14:creationId xmlns:p14="http://schemas.microsoft.com/office/powerpoint/2010/main" val="3348931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45A66EF-337E-AD48-996E-94977548EA7C}"/>
              </a:ext>
            </a:extLst>
          </p:cNvPr>
          <p:cNvSpPr/>
          <p:nvPr userDrawn="1"/>
        </p:nvSpPr>
        <p:spPr>
          <a:xfrm>
            <a:off x="0" y="1"/>
            <a:ext cx="12192000" cy="68849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9586AEF-46F9-804F-BD5F-EF25DFDFD525}"/>
              </a:ext>
            </a:extLst>
          </p:cNvPr>
          <p:cNvSpPr>
            <a:spLocks noGrp="1"/>
          </p:cNvSpPr>
          <p:nvPr>
            <p:ph type="title" hasCustomPrompt="1"/>
          </p:nvPr>
        </p:nvSpPr>
        <p:spPr>
          <a:xfrm>
            <a:off x="619801" y="1856593"/>
            <a:ext cx="10515600" cy="1349849"/>
          </a:xfrm>
        </p:spPr>
        <p:txBody>
          <a:bodyPr anchor="t">
            <a:noAutofit/>
          </a:bodyPr>
          <a:lstStyle>
            <a:lvl1pPr>
              <a:defRPr sz="5000">
                <a:solidFill>
                  <a:schemeClr val="tx2"/>
                </a:solidFill>
              </a:defRPr>
            </a:lvl1pPr>
          </a:lstStyle>
          <a:p>
            <a:r>
              <a:rPr lang="en-US"/>
              <a:t>Click to edit </a:t>
            </a:r>
            <a:br>
              <a:rPr lang="en-US"/>
            </a:br>
            <a:r>
              <a:rPr lang="en-US"/>
              <a:t>Master title style</a:t>
            </a:r>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tx2"/>
                </a:solidFill>
              </a:defRPr>
            </a:lvl1pPr>
          </a:lstStyle>
          <a:p>
            <a:fld id="{E917DE0E-AFB1-41FD-BC35-27DB61CA125F}" type="slidenum">
              <a:rPr lang="en-AU" smtClean="0"/>
              <a:pPr/>
              <a:t>‹#›</a:t>
            </a:fld>
            <a:endParaRPr lang="en-AU"/>
          </a:p>
        </p:txBody>
      </p:sp>
      <p:sp>
        <p:nvSpPr>
          <p:cNvPr id="16" name="Subtitle 2">
            <a:extLst>
              <a:ext uri="{FF2B5EF4-FFF2-40B4-BE49-F238E27FC236}">
                <a16:creationId xmlns:a16="http://schemas.microsoft.com/office/drawing/2014/main" id="{20390C70-3696-9041-A9B2-1C7BE491F967}"/>
              </a:ext>
            </a:extLst>
          </p:cNvPr>
          <p:cNvSpPr>
            <a:spLocks noGrp="1"/>
          </p:cNvSpPr>
          <p:nvPr>
            <p:ph type="subTitle" idx="1"/>
          </p:nvPr>
        </p:nvSpPr>
        <p:spPr>
          <a:xfrm>
            <a:off x="615191" y="3394520"/>
            <a:ext cx="9144000" cy="691059"/>
          </a:xfrm>
        </p:spPr>
        <p:txBody>
          <a:bodyPr/>
          <a:lstStyle>
            <a:lvl1pPr marL="0" indent="0" algn="l">
              <a:buNone/>
              <a:defRPr sz="1800">
                <a:solidFill>
                  <a:schemeClr val="tx1"/>
                </a:solidFill>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sp>
        <p:nvSpPr>
          <p:cNvPr id="9" name="Footer Placeholder 3">
            <a:extLst>
              <a:ext uri="{FF2B5EF4-FFF2-40B4-BE49-F238E27FC236}">
                <a16:creationId xmlns:a16="http://schemas.microsoft.com/office/drawing/2014/main" id="{A65F390E-9E37-E742-9A15-0CEE3BA44AB0}"/>
              </a:ext>
            </a:extLst>
          </p:cNvPr>
          <p:cNvSpPr>
            <a:spLocks noGrp="1"/>
          </p:cNvSpPr>
          <p:nvPr>
            <p:ph type="ftr" sz="quarter" idx="11"/>
          </p:nvPr>
        </p:nvSpPr>
        <p:spPr>
          <a:xfrm>
            <a:off x="2159563" y="6356353"/>
            <a:ext cx="5225752" cy="221825"/>
          </a:xfrm>
        </p:spPr>
        <p:txBody>
          <a:bodyPr/>
          <a:lstStyle>
            <a:lvl1pPr algn="l">
              <a:defRPr>
                <a:solidFill>
                  <a:schemeClr val="tx2"/>
                </a:solidFill>
              </a:defRPr>
            </a:lvl1pPr>
          </a:lstStyle>
          <a:p>
            <a:r>
              <a:rPr lang="en-AU"/>
              <a:t>Sydney Water PowerPoint template</a:t>
            </a:r>
          </a:p>
        </p:txBody>
      </p:sp>
      <p:sp>
        <p:nvSpPr>
          <p:cNvPr id="10" name="Date Placeholder 2">
            <a:extLst>
              <a:ext uri="{FF2B5EF4-FFF2-40B4-BE49-F238E27FC236}">
                <a16:creationId xmlns:a16="http://schemas.microsoft.com/office/drawing/2014/main" id="{DF662FCB-07FC-384D-BB42-DAAEAB7BB2D2}"/>
              </a:ext>
            </a:extLst>
          </p:cNvPr>
          <p:cNvSpPr>
            <a:spLocks noGrp="1"/>
          </p:cNvSpPr>
          <p:nvPr>
            <p:ph type="dt" sz="half" idx="13"/>
          </p:nvPr>
        </p:nvSpPr>
        <p:spPr>
          <a:xfrm>
            <a:off x="617459" y="6368655"/>
            <a:ext cx="1391260" cy="209523"/>
          </a:xfrm>
          <a:noFill/>
        </p:spPr>
        <p:txBody>
          <a:bodyPr/>
          <a:lstStyle>
            <a:lvl1pPr>
              <a:defRPr sz="800">
                <a:solidFill>
                  <a:schemeClr val="tx1"/>
                </a:solidFill>
              </a:defRPr>
            </a:lvl1pPr>
          </a:lstStyle>
          <a:p>
            <a:fld id="{F81AD61C-1EE2-1B46-B3D8-668513549CA3}" type="datetime1">
              <a:rPr lang="en-AU" smtClean="0"/>
              <a:t>27/03/2025</a:t>
            </a:fld>
            <a:endParaRPr lang="en-US"/>
          </a:p>
        </p:txBody>
      </p:sp>
      <p:pic>
        <p:nvPicPr>
          <p:cNvPr id="11" name="Picture 10">
            <a:extLst>
              <a:ext uri="{FF2B5EF4-FFF2-40B4-BE49-F238E27FC236}">
                <a16:creationId xmlns:a16="http://schemas.microsoft.com/office/drawing/2014/main" id="{1BE4917A-334D-C647-B7C1-D1189283B9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75192" y="5760275"/>
            <a:ext cx="1297141" cy="480132"/>
          </a:xfrm>
          <a:prstGeom prst="rect">
            <a:avLst/>
          </a:prstGeom>
        </p:spPr>
      </p:pic>
    </p:spTree>
    <p:extLst>
      <p:ext uri="{BB962C8B-B14F-4D97-AF65-F5344CB8AC3E}">
        <p14:creationId xmlns:p14="http://schemas.microsoft.com/office/powerpoint/2010/main" val="57080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45A66EF-337E-AD48-996E-94977548EA7C}"/>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9586AEF-46F9-804F-BD5F-EF25DFDFD525}"/>
              </a:ext>
            </a:extLst>
          </p:cNvPr>
          <p:cNvSpPr>
            <a:spLocks noGrp="1"/>
          </p:cNvSpPr>
          <p:nvPr>
            <p:ph type="title" hasCustomPrompt="1"/>
          </p:nvPr>
        </p:nvSpPr>
        <p:spPr>
          <a:xfrm>
            <a:off x="619801" y="1856593"/>
            <a:ext cx="10515600" cy="1349849"/>
          </a:xfrm>
        </p:spPr>
        <p:txBody>
          <a:bodyPr anchor="t">
            <a:noAutofit/>
          </a:bodyPr>
          <a:lstStyle>
            <a:lvl1pPr>
              <a:defRPr sz="5000">
                <a:solidFill>
                  <a:schemeClr val="tx2"/>
                </a:solidFill>
              </a:defRPr>
            </a:lvl1pPr>
          </a:lstStyle>
          <a:p>
            <a:r>
              <a:rPr lang="en-US"/>
              <a:t>Click to edit </a:t>
            </a:r>
            <a:br>
              <a:rPr lang="en-US"/>
            </a:br>
            <a:r>
              <a:rPr lang="en-US"/>
              <a:t>Master title style</a:t>
            </a:r>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tx2"/>
                </a:solidFill>
              </a:defRPr>
            </a:lvl1pPr>
          </a:lstStyle>
          <a:p>
            <a:fld id="{E917DE0E-AFB1-41FD-BC35-27DB61CA125F}" type="slidenum">
              <a:rPr lang="en-AU" smtClean="0"/>
              <a:pPr/>
              <a:t>‹#›</a:t>
            </a:fld>
            <a:endParaRPr lang="en-AU"/>
          </a:p>
        </p:txBody>
      </p:sp>
      <p:sp>
        <p:nvSpPr>
          <p:cNvPr id="16" name="Subtitle 2">
            <a:extLst>
              <a:ext uri="{FF2B5EF4-FFF2-40B4-BE49-F238E27FC236}">
                <a16:creationId xmlns:a16="http://schemas.microsoft.com/office/drawing/2014/main" id="{20390C70-3696-9041-A9B2-1C7BE491F967}"/>
              </a:ext>
            </a:extLst>
          </p:cNvPr>
          <p:cNvSpPr>
            <a:spLocks noGrp="1"/>
          </p:cNvSpPr>
          <p:nvPr>
            <p:ph type="subTitle" idx="1"/>
          </p:nvPr>
        </p:nvSpPr>
        <p:spPr>
          <a:xfrm>
            <a:off x="615191" y="3394520"/>
            <a:ext cx="9144000" cy="691059"/>
          </a:xfrm>
        </p:spPr>
        <p:txBody>
          <a:bodyPr/>
          <a:lstStyle>
            <a:lvl1pPr marL="0" indent="0" algn="l">
              <a:buNone/>
              <a:defRPr sz="1800">
                <a:solidFill>
                  <a:schemeClr val="bg1"/>
                </a:solidFill>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sp>
        <p:nvSpPr>
          <p:cNvPr id="9" name="Footer Placeholder 3">
            <a:extLst>
              <a:ext uri="{FF2B5EF4-FFF2-40B4-BE49-F238E27FC236}">
                <a16:creationId xmlns:a16="http://schemas.microsoft.com/office/drawing/2014/main" id="{B43A670F-EC4B-9E47-AAD3-0436B8D05EE8}"/>
              </a:ext>
            </a:extLst>
          </p:cNvPr>
          <p:cNvSpPr>
            <a:spLocks noGrp="1"/>
          </p:cNvSpPr>
          <p:nvPr>
            <p:ph type="ftr" sz="quarter" idx="11"/>
          </p:nvPr>
        </p:nvSpPr>
        <p:spPr>
          <a:xfrm>
            <a:off x="2159563" y="6356353"/>
            <a:ext cx="5225752" cy="221825"/>
          </a:xfrm>
        </p:spPr>
        <p:txBody>
          <a:bodyPr/>
          <a:lstStyle>
            <a:lvl1pPr algn="l">
              <a:defRPr>
                <a:solidFill>
                  <a:schemeClr val="tx2"/>
                </a:solidFill>
              </a:defRPr>
            </a:lvl1pPr>
          </a:lstStyle>
          <a:p>
            <a:r>
              <a:rPr lang="en-AU"/>
              <a:t>Sydney Water PowerPoint template</a:t>
            </a:r>
          </a:p>
        </p:txBody>
      </p:sp>
      <p:sp>
        <p:nvSpPr>
          <p:cNvPr id="10" name="Date Placeholder 2">
            <a:extLst>
              <a:ext uri="{FF2B5EF4-FFF2-40B4-BE49-F238E27FC236}">
                <a16:creationId xmlns:a16="http://schemas.microsoft.com/office/drawing/2014/main" id="{CB4450F0-DAC8-DA4B-8699-4326EE62B0B5}"/>
              </a:ext>
            </a:extLst>
          </p:cNvPr>
          <p:cNvSpPr>
            <a:spLocks noGrp="1"/>
          </p:cNvSpPr>
          <p:nvPr>
            <p:ph type="dt" sz="half" idx="13"/>
          </p:nvPr>
        </p:nvSpPr>
        <p:spPr>
          <a:xfrm>
            <a:off x="617459" y="6368655"/>
            <a:ext cx="1391260" cy="209523"/>
          </a:xfrm>
          <a:noFill/>
        </p:spPr>
        <p:txBody>
          <a:bodyPr/>
          <a:lstStyle>
            <a:lvl1pPr>
              <a:defRPr sz="800">
                <a:solidFill>
                  <a:schemeClr val="tx1"/>
                </a:solidFill>
              </a:defRPr>
            </a:lvl1pPr>
          </a:lstStyle>
          <a:p>
            <a:fld id="{AE814B81-67AC-9541-9CDE-326026D168C4}" type="datetime1">
              <a:rPr lang="en-AU" smtClean="0"/>
              <a:t>27/03/2025</a:t>
            </a:fld>
            <a:endParaRPr lang="en-US"/>
          </a:p>
        </p:txBody>
      </p:sp>
      <p:pic>
        <p:nvPicPr>
          <p:cNvPr id="11" name="Picture 10">
            <a:extLst>
              <a:ext uri="{FF2B5EF4-FFF2-40B4-BE49-F238E27FC236}">
                <a16:creationId xmlns:a16="http://schemas.microsoft.com/office/drawing/2014/main" id="{2E2A9622-AEF9-B349-993E-A1B02158F2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75192" y="5760275"/>
            <a:ext cx="1297141" cy="480132"/>
          </a:xfrm>
          <a:prstGeom prst="rect">
            <a:avLst/>
          </a:prstGeom>
        </p:spPr>
      </p:pic>
    </p:spTree>
    <p:extLst>
      <p:ext uri="{BB962C8B-B14F-4D97-AF65-F5344CB8AC3E}">
        <p14:creationId xmlns:p14="http://schemas.microsoft.com/office/powerpoint/2010/main" val="405533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ing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8B806-1CBE-A840-811F-333BCBCF8E5C}"/>
              </a:ext>
            </a:extLst>
          </p:cNvPr>
          <p:cNvSpPr>
            <a:spLocks noGrp="1"/>
          </p:cNvSpPr>
          <p:nvPr>
            <p:ph type="title"/>
          </p:nvPr>
        </p:nvSpPr>
        <p:spPr>
          <a:xfrm>
            <a:off x="668965" y="500063"/>
            <a:ext cx="10515600" cy="984723"/>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572DFF09-0F5F-8640-9334-698E7F5FB5AA}"/>
              </a:ext>
            </a:extLst>
          </p:cNvPr>
          <p:cNvSpPr>
            <a:spLocks noGrp="1"/>
          </p:cNvSpPr>
          <p:nvPr>
            <p:ph idx="1" hasCustomPrompt="1"/>
          </p:nvPr>
        </p:nvSpPr>
        <p:spPr>
          <a:xfrm>
            <a:off x="719667" y="1554789"/>
            <a:ext cx="10035283" cy="4351339"/>
          </a:xfrm>
        </p:spPr>
        <p:txBody>
          <a:bodyPr>
            <a:normAutofit/>
          </a:bodyPr>
          <a:lstStyle>
            <a:lvl1pPr marL="0" indent="0">
              <a:lnSpc>
                <a:spcPct val="110000"/>
              </a:lnSpc>
              <a:buFont typeface="Arial" panose="020B0604020202020204" pitchFamily="34" charset="0"/>
              <a:buNone/>
              <a:defRPr sz="1500">
                <a:solidFill>
                  <a:schemeClr val="tx2"/>
                </a:solidFill>
              </a:defRPr>
            </a:lvl1pPr>
            <a:lvl2pPr>
              <a:lnSpc>
                <a:spcPct val="110000"/>
              </a:lnSpc>
              <a:defRPr sz="1400">
                <a:solidFill>
                  <a:schemeClr val="tx2"/>
                </a:solidFill>
              </a:defRPr>
            </a:lvl2pPr>
            <a:lvl3pPr>
              <a:lnSpc>
                <a:spcPct val="110000"/>
              </a:lnSpc>
              <a:defRPr sz="1500">
                <a:solidFill>
                  <a:schemeClr val="tx2"/>
                </a:solidFill>
              </a:defRPr>
            </a:lvl3pPr>
          </a:lstStyle>
          <a:p>
            <a:pPr lvl="1"/>
            <a:r>
              <a:rPr lang="en-US"/>
              <a:t>Body copy style</a:t>
            </a:r>
          </a:p>
        </p:txBody>
      </p:sp>
      <p:sp>
        <p:nvSpPr>
          <p:cNvPr id="9" name="Slide Number Placeholder 4">
            <a:extLst>
              <a:ext uri="{FF2B5EF4-FFF2-40B4-BE49-F238E27FC236}">
                <a16:creationId xmlns:a16="http://schemas.microsoft.com/office/drawing/2014/main" id="{1E8E9D52-8E6C-C14A-B4E4-FD0519BF298F}"/>
              </a:ext>
            </a:extLst>
          </p:cNvPr>
          <p:cNvSpPr>
            <a:spLocks noGrp="1"/>
          </p:cNvSpPr>
          <p:nvPr>
            <p:ph type="sldNum" sz="quarter" idx="12"/>
          </p:nvPr>
        </p:nvSpPr>
        <p:spPr>
          <a:xfrm>
            <a:off x="8880309" y="6373098"/>
            <a:ext cx="2743200" cy="205079"/>
          </a:xfrm>
        </p:spPr>
        <p:txBody>
          <a:bodyPr/>
          <a:lstStyle>
            <a:lvl1pPr>
              <a:defRPr sz="800">
                <a:solidFill>
                  <a:schemeClr val="tx2"/>
                </a:solidFill>
              </a:defRPr>
            </a:lvl1pPr>
          </a:lstStyle>
          <a:p>
            <a:fld id="{E917DE0E-AFB1-41FD-BC35-27DB61CA125F}" type="slidenum">
              <a:rPr lang="en-AU" smtClean="0"/>
              <a:pPr/>
              <a:t>‹#›</a:t>
            </a:fld>
            <a:endParaRPr lang="en-AU"/>
          </a:p>
        </p:txBody>
      </p:sp>
      <p:sp>
        <p:nvSpPr>
          <p:cNvPr id="13" name="Content Placeholder 2">
            <a:extLst>
              <a:ext uri="{FF2B5EF4-FFF2-40B4-BE49-F238E27FC236}">
                <a16:creationId xmlns:a16="http://schemas.microsoft.com/office/drawing/2014/main" id="{608FEB20-20BB-764E-9ED6-1D4F04F31BC3}"/>
              </a:ext>
            </a:extLst>
          </p:cNvPr>
          <p:cNvSpPr>
            <a:spLocks noGrp="1"/>
          </p:cNvSpPr>
          <p:nvPr>
            <p:ph idx="10"/>
          </p:nvPr>
        </p:nvSpPr>
        <p:spPr>
          <a:xfrm>
            <a:off x="712107" y="992424"/>
            <a:ext cx="10472459" cy="348344"/>
          </a:xfrm>
        </p:spPr>
        <p:txBody>
          <a:bodyPr>
            <a:normAutofit/>
          </a:bodyPr>
          <a:lstStyle>
            <a:lvl1pPr marL="0" indent="0">
              <a:lnSpc>
                <a:spcPct val="110000"/>
              </a:lnSpc>
              <a:buNone/>
              <a:defRPr sz="1400" b="0">
                <a:solidFill>
                  <a:srgbClr val="0556A5"/>
                </a:solidFill>
              </a:defRPr>
            </a:lvl1pPr>
            <a:lvl2pPr marL="0" indent="0">
              <a:buNone/>
              <a:defRPr sz="1600" b="1">
                <a:solidFill>
                  <a:srgbClr val="0556A5"/>
                </a:solidFill>
              </a:defRPr>
            </a:lvl2pPr>
            <a:lvl3pPr marL="174621" indent="-174621">
              <a:lnSpc>
                <a:spcPct val="110000"/>
              </a:lnSpc>
              <a:buClr>
                <a:srgbClr val="0556A5"/>
              </a:buClr>
              <a:buFont typeface="Arial" panose="020B0604020202020204" pitchFamily="34" charset="0"/>
              <a:buChar char="•"/>
              <a:tabLst/>
              <a:defRPr sz="1400">
                <a:solidFill>
                  <a:srgbClr val="0556A5"/>
                </a:solidFill>
              </a:defRPr>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p:txBody>
      </p:sp>
      <p:sp>
        <p:nvSpPr>
          <p:cNvPr id="14" name="Footer Placeholder 3">
            <a:extLst>
              <a:ext uri="{FF2B5EF4-FFF2-40B4-BE49-F238E27FC236}">
                <a16:creationId xmlns:a16="http://schemas.microsoft.com/office/drawing/2014/main" id="{68C9C2B6-4DF1-3448-9D03-CB9F79D80E9D}"/>
              </a:ext>
            </a:extLst>
          </p:cNvPr>
          <p:cNvSpPr>
            <a:spLocks noGrp="1"/>
          </p:cNvSpPr>
          <p:nvPr>
            <p:ph type="ftr" sz="quarter" idx="11"/>
          </p:nvPr>
        </p:nvSpPr>
        <p:spPr>
          <a:xfrm>
            <a:off x="2159563" y="6356353"/>
            <a:ext cx="5225752" cy="221825"/>
          </a:xfrm>
        </p:spPr>
        <p:txBody>
          <a:bodyPr/>
          <a:lstStyle>
            <a:lvl1pPr algn="l">
              <a:defRPr>
                <a:solidFill>
                  <a:schemeClr val="tx2"/>
                </a:solidFill>
              </a:defRPr>
            </a:lvl1pPr>
          </a:lstStyle>
          <a:p>
            <a:r>
              <a:rPr lang="en-AU"/>
              <a:t>Sydney Water PowerPoint template</a:t>
            </a:r>
          </a:p>
        </p:txBody>
      </p:sp>
      <p:sp>
        <p:nvSpPr>
          <p:cNvPr id="15" name="Date Placeholder 2">
            <a:extLst>
              <a:ext uri="{FF2B5EF4-FFF2-40B4-BE49-F238E27FC236}">
                <a16:creationId xmlns:a16="http://schemas.microsoft.com/office/drawing/2014/main" id="{708CE15C-076F-E14C-A9D7-9124A252E0BD}"/>
              </a:ext>
            </a:extLst>
          </p:cNvPr>
          <p:cNvSpPr>
            <a:spLocks noGrp="1"/>
          </p:cNvSpPr>
          <p:nvPr>
            <p:ph type="dt" sz="half" idx="13"/>
          </p:nvPr>
        </p:nvSpPr>
        <p:spPr>
          <a:xfrm>
            <a:off x="617459" y="6368655"/>
            <a:ext cx="1391260" cy="209523"/>
          </a:xfrm>
          <a:noFill/>
        </p:spPr>
        <p:txBody>
          <a:bodyPr/>
          <a:lstStyle>
            <a:lvl1pPr>
              <a:defRPr sz="800">
                <a:solidFill>
                  <a:schemeClr val="tx1"/>
                </a:solidFill>
              </a:defRPr>
            </a:lvl1pPr>
          </a:lstStyle>
          <a:p>
            <a:fld id="{245B824D-7E46-964B-B0A3-9CABC8C702D0}" type="datetime1">
              <a:rPr lang="en-AU" smtClean="0"/>
              <a:t>27/03/2025</a:t>
            </a:fld>
            <a:endParaRPr lang="en-US"/>
          </a:p>
        </p:txBody>
      </p:sp>
    </p:spTree>
    <p:extLst>
      <p:ext uri="{BB962C8B-B14F-4D97-AF65-F5344CB8AC3E}">
        <p14:creationId xmlns:p14="http://schemas.microsoft.com/office/powerpoint/2010/main" val="3453145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Heading and Content with lock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8B806-1CBE-A840-811F-333BCBCF8E5C}"/>
              </a:ext>
            </a:extLst>
          </p:cNvPr>
          <p:cNvSpPr>
            <a:spLocks noGrp="1"/>
          </p:cNvSpPr>
          <p:nvPr>
            <p:ph type="title"/>
          </p:nvPr>
        </p:nvSpPr>
        <p:spPr>
          <a:xfrm>
            <a:off x="668965" y="500063"/>
            <a:ext cx="10515600" cy="984723"/>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572DFF09-0F5F-8640-9334-698E7F5FB5AA}"/>
              </a:ext>
            </a:extLst>
          </p:cNvPr>
          <p:cNvSpPr>
            <a:spLocks noGrp="1"/>
          </p:cNvSpPr>
          <p:nvPr>
            <p:ph idx="1" hasCustomPrompt="1"/>
          </p:nvPr>
        </p:nvSpPr>
        <p:spPr>
          <a:xfrm>
            <a:off x="719667" y="1554789"/>
            <a:ext cx="10035283" cy="3314371"/>
          </a:xfrm>
        </p:spPr>
        <p:txBody>
          <a:bodyPr>
            <a:normAutofit/>
          </a:bodyPr>
          <a:lstStyle>
            <a:lvl1pPr marL="0" indent="0">
              <a:lnSpc>
                <a:spcPct val="110000"/>
              </a:lnSpc>
              <a:buFont typeface="Arial" panose="020B0604020202020204" pitchFamily="34" charset="0"/>
              <a:buNone/>
              <a:defRPr sz="1500">
                <a:solidFill>
                  <a:schemeClr val="tx2"/>
                </a:solidFill>
              </a:defRPr>
            </a:lvl1pPr>
            <a:lvl2pPr>
              <a:lnSpc>
                <a:spcPct val="110000"/>
              </a:lnSpc>
              <a:defRPr sz="1400">
                <a:solidFill>
                  <a:schemeClr val="tx2"/>
                </a:solidFill>
              </a:defRPr>
            </a:lvl2pPr>
            <a:lvl3pPr>
              <a:lnSpc>
                <a:spcPct val="110000"/>
              </a:lnSpc>
              <a:defRPr sz="1500">
                <a:solidFill>
                  <a:schemeClr val="tx2"/>
                </a:solidFill>
              </a:defRPr>
            </a:lvl3pPr>
          </a:lstStyle>
          <a:p>
            <a:pPr lvl="1"/>
            <a:r>
              <a:rPr lang="en-US"/>
              <a:t>Body copy style</a:t>
            </a:r>
          </a:p>
        </p:txBody>
      </p:sp>
      <p:sp>
        <p:nvSpPr>
          <p:cNvPr id="9" name="Slide Number Placeholder 4">
            <a:extLst>
              <a:ext uri="{FF2B5EF4-FFF2-40B4-BE49-F238E27FC236}">
                <a16:creationId xmlns:a16="http://schemas.microsoft.com/office/drawing/2014/main" id="{1E8E9D52-8E6C-C14A-B4E4-FD0519BF298F}"/>
              </a:ext>
            </a:extLst>
          </p:cNvPr>
          <p:cNvSpPr>
            <a:spLocks noGrp="1"/>
          </p:cNvSpPr>
          <p:nvPr>
            <p:ph type="sldNum" sz="quarter" idx="12"/>
          </p:nvPr>
        </p:nvSpPr>
        <p:spPr>
          <a:xfrm>
            <a:off x="8880309" y="6373098"/>
            <a:ext cx="2743200" cy="205079"/>
          </a:xfrm>
        </p:spPr>
        <p:txBody>
          <a:bodyPr/>
          <a:lstStyle>
            <a:lvl1pPr>
              <a:defRPr sz="800">
                <a:solidFill>
                  <a:schemeClr val="tx2"/>
                </a:solidFill>
              </a:defRPr>
            </a:lvl1pPr>
          </a:lstStyle>
          <a:p>
            <a:fld id="{E917DE0E-AFB1-41FD-BC35-27DB61CA125F}" type="slidenum">
              <a:rPr lang="en-AU" smtClean="0"/>
              <a:pPr/>
              <a:t>‹#›</a:t>
            </a:fld>
            <a:endParaRPr lang="en-AU"/>
          </a:p>
        </p:txBody>
      </p:sp>
      <p:pic>
        <p:nvPicPr>
          <p:cNvPr id="13" name="Picture 12">
            <a:extLst>
              <a:ext uri="{FF2B5EF4-FFF2-40B4-BE49-F238E27FC236}">
                <a16:creationId xmlns:a16="http://schemas.microsoft.com/office/drawing/2014/main" id="{2AD1631D-8D94-B247-91A3-02DF03AC000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26948" y="5734260"/>
            <a:ext cx="1345385" cy="494821"/>
          </a:xfrm>
          <a:prstGeom prst="rect">
            <a:avLst/>
          </a:prstGeom>
        </p:spPr>
      </p:pic>
      <p:sp>
        <p:nvSpPr>
          <p:cNvPr id="14" name="Content Placeholder 2">
            <a:extLst>
              <a:ext uri="{FF2B5EF4-FFF2-40B4-BE49-F238E27FC236}">
                <a16:creationId xmlns:a16="http://schemas.microsoft.com/office/drawing/2014/main" id="{9CE61DA7-C662-1543-A91E-AD0F43D1CAC1}"/>
              </a:ext>
            </a:extLst>
          </p:cNvPr>
          <p:cNvSpPr>
            <a:spLocks noGrp="1"/>
          </p:cNvSpPr>
          <p:nvPr>
            <p:ph idx="10"/>
          </p:nvPr>
        </p:nvSpPr>
        <p:spPr>
          <a:xfrm>
            <a:off x="712107" y="992424"/>
            <a:ext cx="10472459" cy="348344"/>
          </a:xfrm>
        </p:spPr>
        <p:txBody>
          <a:bodyPr>
            <a:normAutofit/>
          </a:bodyPr>
          <a:lstStyle>
            <a:lvl1pPr marL="0" indent="0">
              <a:lnSpc>
                <a:spcPct val="110000"/>
              </a:lnSpc>
              <a:buNone/>
              <a:defRPr sz="1400" b="0">
                <a:solidFill>
                  <a:srgbClr val="0556A5"/>
                </a:solidFill>
              </a:defRPr>
            </a:lvl1pPr>
            <a:lvl2pPr marL="0" indent="0">
              <a:buNone/>
              <a:defRPr sz="1600" b="1">
                <a:solidFill>
                  <a:srgbClr val="0556A5"/>
                </a:solidFill>
              </a:defRPr>
            </a:lvl2pPr>
            <a:lvl3pPr marL="174621" indent="-174621">
              <a:lnSpc>
                <a:spcPct val="110000"/>
              </a:lnSpc>
              <a:buClr>
                <a:srgbClr val="0556A5"/>
              </a:buClr>
              <a:buFont typeface="Arial" panose="020B0604020202020204" pitchFamily="34" charset="0"/>
              <a:buChar char="•"/>
              <a:tabLst/>
              <a:defRPr sz="1400">
                <a:solidFill>
                  <a:srgbClr val="0556A5"/>
                </a:solidFill>
              </a:defRPr>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p:txBody>
      </p:sp>
      <p:sp>
        <p:nvSpPr>
          <p:cNvPr id="16" name="Footer Placeholder 3">
            <a:extLst>
              <a:ext uri="{FF2B5EF4-FFF2-40B4-BE49-F238E27FC236}">
                <a16:creationId xmlns:a16="http://schemas.microsoft.com/office/drawing/2014/main" id="{658D1F63-F61E-9041-88AD-EF721E0611C9}"/>
              </a:ext>
            </a:extLst>
          </p:cNvPr>
          <p:cNvSpPr>
            <a:spLocks noGrp="1"/>
          </p:cNvSpPr>
          <p:nvPr>
            <p:ph type="ftr" sz="quarter" idx="11"/>
          </p:nvPr>
        </p:nvSpPr>
        <p:spPr>
          <a:xfrm>
            <a:off x="2159563" y="6356353"/>
            <a:ext cx="5225752" cy="221825"/>
          </a:xfrm>
        </p:spPr>
        <p:txBody>
          <a:bodyPr/>
          <a:lstStyle>
            <a:lvl1pPr algn="l">
              <a:defRPr>
                <a:solidFill>
                  <a:schemeClr val="tx2"/>
                </a:solidFill>
              </a:defRPr>
            </a:lvl1pPr>
          </a:lstStyle>
          <a:p>
            <a:r>
              <a:rPr lang="en-AU"/>
              <a:t>Sydney Water PowerPoint template</a:t>
            </a:r>
          </a:p>
        </p:txBody>
      </p:sp>
      <p:sp>
        <p:nvSpPr>
          <p:cNvPr id="17" name="Date Placeholder 2">
            <a:extLst>
              <a:ext uri="{FF2B5EF4-FFF2-40B4-BE49-F238E27FC236}">
                <a16:creationId xmlns:a16="http://schemas.microsoft.com/office/drawing/2014/main" id="{C7AE093C-6E81-6F47-8677-333F1D7F496C}"/>
              </a:ext>
            </a:extLst>
          </p:cNvPr>
          <p:cNvSpPr>
            <a:spLocks noGrp="1"/>
          </p:cNvSpPr>
          <p:nvPr>
            <p:ph type="dt" sz="half" idx="13"/>
          </p:nvPr>
        </p:nvSpPr>
        <p:spPr>
          <a:xfrm>
            <a:off x="617459" y="6368655"/>
            <a:ext cx="1391260" cy="209523"/>
          </a:xfrm>
          <a:noFill/>
        </p:spPr>
        <p:txBody>
          <a:bodyPr/>
          <a:lstStyle>
            <a:lvl1pPr>
              <a:defRPr sz="800">
                <a:solidFill>
                  <a:schemeClr val="tx1"/>
                </a:solidFill>
              </a:defRPr>
            </a:lvl1pPr>
          </a:lstStyle>
          <a:p>
            <a:fld id="{28A7D9D5-03E0-4B46-A264-E67D12B921A0}" type="datetime1">
              <a:rPr lang="en-AU" smtClean="0"/>
              <a:t>27/03/2025</a:t>
            </a:fld>
            <a:endParaRPr lang="en-US"/>
          </a:p>
        </p:txBody>
      </p:sp>
    </p:spTree>
    <p:extLst>
      <p:ext uri="{BB962C8B-B14F-4D97-AF65-F5344CB8AC3E}">
        <p14:creationId xmlns:p14="http://schemas.microsoft.com/office/powerpoint/2010/main" val="19446453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6E3B5-7696-6249-8372-94107E3F8058}"/>
              </a:ext>
            </a:extLst>
          </p:cNvPr>
          <p:cNvSpPr>
            <a:spLocks noGrp="1"/>
          </p:cNvSpPr>
          <p:nvPr>
            <p:ph type="title"/>
          </p:nvPr>
        </p:nvSpPr>
        <p:spPr>
          <a:xfrm>
            <a:off x="670901" y="476672"/>
            <a:ext cx="10515600" cy="792088"/>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DEF4D55C-5558-A840-BB50-E4B5AE0971B6}"/>
              </a:ext>
            </a:extLst>
          </p:cNvPr>
          <p:cNvSpPr>
            <a:spLocks noGrp="1"/>
          </p:cNvSpPr>
          <p:nvPr>
            <p:ph sz="half" idx="1"/>
          </p:nvPr>
        </p:nvSpPr>
        <p:spPr>
          <a:xfrm>
            <a:off x="627719" y="1628802"/>
            <a:ext cx="5181600" cy="3907631"/>
          </a:xfrm>
        </p:spPr>
        <p:txBody>
          <a:bodyPr>
            <a:normAutofit/>
          </a:bodyPr>
          <a:lstStyle>
            <a:lvl1pPr>
              <a:lnSpc>
                <a:spcPct val="110000"/>
              </a:lnSpc>
              <a:defRPr sz="1400"/>
            </a:lvl1pPr>
            <a:lvl2pPr>
              <a:lnSpc>
                <a:spcPct val="110000"/>
              </a:lnSpc>
              <a:defRPr sz="1400"/>
            </a:lvl2pPr>
            <a:lvl3pPr>
              <a:lnSpc>
                <a:spcPct val="110000"/>
              </a:lnSpc>
              <a:defRPr sz="1400"/>
            </a:lvl3pPr>
            <a:lvl4pPr>
              <a:lnSpc>
                <a:spcPct val="110000"/>
              </a:lnSpc>
              <a:defRPr sz="1400"/>
            </a:lvl4pPr>
            <a:lvl5pPr>
              <a:lnSpc>
                <a:spcPct val="11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4">
            <a:extLst>
              <a:ext uri="{FF2B5EF4-FFF2-40B4-BE49-F238E27FC236}">
                <a16:creationId xmlns:a16="http://schemas.microsoft.com/office/drawing/2014/main" id="{A6B75568-3EAE-2746-A12B-FFC8ABEE6040}"/>
              </a:ext>
            </a:extLst>
          </p:cNvPr>
          <p:cNvSpPr>
            <a:spLocks noGrp="1"/>
          </p:cNvSpPr>
          <p:nvPr>
            <p:ph type="sldNum" sz="quarter" idx="12"/>
          </p:nvPr>
        </p:nvSpPr>
        <p:spPr>
          <a:xfrm>
            <a:off x="8880309" y="6373098"/>
            <a:ext cx="2743200" cy="205079"/>
          </a:xfrm>
        </p:spPr>
        <p:txBody>
          <a:bodyPr/>
          <a:lstStyle>
            <a:lvl1pPr>
              <a:defRPr sz="800">
                <a:solidFill>
                  <a:schemeClr val="tx2"/>
                </a:solidFill>
              </a:defRPr>
            </a:lvl1pPr>
          </a:lstStyle>
          <a:p>
            <a:fld id="{E917DE0E-AFB1-41FD-BC35-27DB61CA125F}" type="slidenum">
              <a:rPr lang="en-AU" smtClean="0"/>
              <a:pPr/>
              <a:t>‹#›</a:t>
            </a:fld>
            <a:endParaRPr lang="en-AU"/>
          </a:p>
        </p:txBody>
      </p:sp>
      <p:sp>
        <p:nvSpPr>
          <p:cNvPr id="13" name="Content Placeholder 2">
            <a:extLst>
              <a:ext uri="{FF2B5EF4-FFF2-40B4-BE49-F238E27FC236}">
                <a16:creationId xmlns:a16="http://schemas.microsoft.com/office/drawing/2014/main" id="{B18377C8-9A78-E64D-AF96-57BE0C31DAFA}"/>
              </a:ext>
            </a:extLst>
          </p:cNvPr>
          <p:cNvSpPr>
            <a:spLocks noGrp="1"/>
          </p:cNvSpPr>
          <p:nvPr>
            <p:ph sz="half" idx="13"/>
          </p:nvPr>
        </p:nvSpPr>
        <p:spPr>
          <a:xfrm>
            <a:off x="6041321" y="1628802"/>
            <a:ext cx="5181600" cy="3907631"/>
          </a:xfrm>
        </p:spPr>
        <p:txBody>
          <a:bodyPr>
            <a:normAutofit/>
          </a:bodyPr>
          <a:lstStyle>
            <a:lvl1pPr>
              <a:lnSpc>
                <a:spcPct val="110000"/>
              </a:lnSpc>
              <a:defRPr sz="1400"/>
            </a:lvl1pPr>
            <a:lvl2pPr>
              <a:lnSpc>
                <a:spcPct val="110000"/>
              </a:lnSpc>
              <a:defRPr sz="1400"/>
            </a:lvl2pPr>
            <a:lvl3pPr>
              <a:lnSpc>
                <a:spcPct val="110000"/>
              </a:lnSpc>
              <a:defRPr sz="1400"/>
            </a:lvl3pPr>
            <a:lvl4pPr>
              <a:lnSpc>
                <a:spcPct val="110000"/>
              </a:lnSpc>
              <a:defRPr sz="1400"/>
            </a:lvl4pPr>
            <a:lvl5pPr>
              <a:lnSpc>
                <a:spcPct val="11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F6F341A6-454F-1F43-AFB0-11FC12295AE3}"/>
              </a:ext>
            </a:extLst>
          </p:cNvPr>
          <p:cNvSpPr>
            <a:spLocks noGrp="1"/>
          </p:cNvSpPr>
          <p:nvPr>
            <p:ph idx="10"/>
          </p:nvPr>
        </p:nvSpPr>
        <p:spPr>
          <a:xfrm>
            <a:off x="712107" y="992424"/>
            <a:ext cx="10472459" cy="348344"/>
          </a:xfrm>
        </p:spPr>
        <p:txBody>
          <a:bodyPr>
            <a:normAutofit/>
          </a:bodyPr>
          <a:lstStyle>
            <a:lvl1pPr marL="0" indent="0">
              <a:lnSpc>
                <a:spcPct val="110000"/>
              </a:lnSpc>
              <a:buNone/>
              <a:defRPr sz="1400" b="0">
                <a:solidFill>
                  <a:srgbClr val="0556A5"/>
                </a:solidFill>
              </a:defRPr>
            </a:lvl1pPr>
            <a:lvl2pPr marL="0" indent="0">
              <a:buNone/>
              <a:defRPr sz="1600" b="1">
                <a:solidFill>
                  <a:srgbClr val="0556A5"/>
                </a:solidFill>
              </a:defRPr>
            </a:lvl2pPr>
            <a:lvl3pPr marL="174621" indent="-174621">
              <a:lnSpc>
                <a:spcPct val="110000"/>
              </a:lnSpc>
              <a:buClr>
                <a:srgbClr val="0556A5"/>
              </a:buClr>
              <a:buFont typeface="Arial" panose="020B0604020202020204" pitchFamily="34" charset="0"/>
              <a:buChar char="•"/>
              <a:tabLst/>
              <a:defRPr sz="1400">
                <a:solidFill>
                  <a:srgbClr val="0556A5"/>
                </a:solidFill>
              </a:defRPr>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p:txBody>
      </p:sp>
      <p:sp>
        <p:nvSpPr>
          <p:cNvPr id="15" name="Footer Placeholder 3">
            <a:extLst>
              <a:ext uri="{FF2B5EF4-FFF2-40B4-BE49-F238E27FC236}">
                <a16:creationId xmlns:a16="http://schemas.microsoft.com/office/drawing/2014/main" id="{F49779B9-F197-D342-8211-DE562FBCD4F9}"/>
              </a:ext>
            </a:extLst>
          </p:cNvPr>
          <p:cNvSpPr>
            <a:spLocks noGrp="1"/>
          </p:cNvSpPr>
          <p:nvPr>
            <p:ph type="ftr" sz="quarter" idx="11"/>
          </p:nvPr>
        </p:nvSpPr>
        <p:spPr>
          <a:xfrm>
            <a:off x="2159563" y="6356353"/>
            <a:ext cx="5225752" cy="221825"/>
          </a:xfrm>
        </p:spPr>
        <p:txBody>
          <a:bodyPr/>
          <a:lstStyle>
            <a:lvl1pPr algn="l">
              <a:defRPr>
                <a:solidFill>
                  <a:schemeClr val="tx2"/>
                </a:solidFill>
              </a:defRPr>
            </a:lvl1pPr>
          </a:lstStyle>
          <a:p>
            <a:r>
              <a:rPr lang="en-AU"/>
              <a:t>Sydney Water PowerPoint template</a:t>
            </a:r>
          </a:p>
        </p:txBody>
      </p:sp>
      <p:sp>
        <p:nvSpPr>
          <p:cNvPr id="16" name="Date Placeholder 2">
            <a:extLst>
              <a:ext uri="{FF2B5EF4-FFF2-40B4-BE49-F238E27FC236}">
                <a16:creationId xmlns:a16="http://schemas.microsoft.com/office/drawing/2014/main" id="{C97E62AA-90D8-B54B-8720-D8F19240CCD7}"/>
              </a:ext>
            </a:extLst>
          </p:cNvPr>
          <p:cNvSpPr>
            <a:spLocks noGrp="1"/>
          </p:cNvSpPr>
          <p:nvPr>
            <p:ph type="dt" sz="half" idx="14"/>
          </p:nvPr>
        </p:nvSpPr>
        <p:spPr>
          <a:xfrm>
            <a:off x="617459" y="6368655"/>
            <a:ext cx="1391260" cy="209523"/>
          </a:xfrm>
          <a:noFill/>
        </p:spPr>
        <p:txBody>
          <a:bodyPr/>
          <a:lstStyle>
            <a:lvl1pPr>
              <a:defRPr sz="800">
                <a:solidFill>
                  <a:schemeClr val="tx1"/>
                </a:solidFill>
              </a:defRPr>
            </a:lvl1pPr>
          </a:lstStyle>
          <a:p>
            <a:fld id="{C2824810-630D-9143-9772-070FBF0AECB3}" type="datetime1">
              <a:rPr lang="en-AU" smtClean="0"/>
              <a:t>27/03/2025</a:t>
            </a:fld>
            <a:endParaRPr lang="en-US"/>
          </a:p>
        </p:txBody>
      </p:sp>
    </p:spTree>
    <p:extLst>
      <p:ext uri="{BB962C8B-B14F-4D97-AF65-F5344CB8AC3E}">
        <p14:creationId xmlns:p14="http://schemas.microsoft.com/office/powerpoint/2010/main" val="1538949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content">
    <p:spTree>
      <p:nvGrpSpPr>
        <p:cNvPr id="1" name=""/>
        <p:cNvGrpSpPr/>
        <p:nvPr/>
      </p:nvGrpSpPr>
      <p:grpSpPr>
        <a:xfrm>
          <a:off x="0" y="0"/>
          <a:ext cx="0" cy="0"/>
          <a:chOff x="0" y="0"/>
          <a:chExt cx="0" cy="0"/>
        </a:xfrm>
      </p:grpSpPr>
      <p:sp>
        <p:nvSpPr>
          <p:cNvPr id="3" name="Picture Placeholder 2"/>
          <p:cNvSpPr>
            <a:spLocks noGrp="1"/>
          </p:cNvSpPr>
          <p:nvPr>
            <p:ph type="pic" sz="quarter" idx="13" hasCustomPrompt="1"/>
          </p:nvPr>
        </p:nvSpPr>
        <p:spPr>
          <a:xfrm>
            <a:off x="0" y="0"/>
            <a:ext cx="12192000" cy="6858000"/>
          </a:xfrm>
          <a:solidFill>
            <a:schemeClr val="bg1">
              <a:lumMod val="95000"/>
            </a:schemeClr>
          </a:solidFill>
        </p:spPr>
        <p:txBody>
          <a:bodyPr anchor="ctr">
            <a:normAutofit/>
          </a:bodyPr>
          <a:lstStyle>
            <a:lvl1pPr marL="0" indent="0" algn="ctr">
              <a:buNone/>
              <a:defRPr sz="1600"/>
            </a:lvl1pPr>
          </a:lstStyle>
          <a:p>
            <a:r>
              <a:rPr lang="en-AU"/>
              <a:t>Click icon to insert picture</a:t>
            </a:r>
            <a:br>
              <a:rPr lang="en-AU"/>
            </a:br>
            <a:br>
              <a:rPr lang="en-AU"/>
            </a:br>
            <a:br>
              <a:rPr lang="en-AU"/>
            </a:br>
            <a:br>
              <a:rPr lang="en-AU"/>
            </a:br>
            <a:endParaRPr lang="en-AU"/>
          </a:p>
        </p:txBody>
      </p:sp>
      <p:sp>
        <p:nvSpPr>
          <p:cNvPr id="4" name="Title 1">
            <a:extLst>
              <a:ext uri="{FF2B5EF4-FFF2-40B4-BE49-F238E27FC236}">
                <a16:creationId xmlns:a16="http://schemas.microsoft.com/office/drawing/2014/main" id="{E7B9A920-A57E-2D44-94A3-2DE6D8EF2D1F}"/>
              </a:ext>
            </a:extLst>
          </p:cNvPr>
          <p:cNvSpPr>
            <a:spLocks noGrp="1"/>
          </p:cNvSpPr>
          <p:nvPr>
            <p:ph type="title" hasCustomPrompt="1"/>
          </p:nvPr>
        </p:nvSpPr>
        <p:spPr>
          <a:xfrm>
            <a:off x="623392" y="476673"/>
            <a:ext cx="10515600" cy="1349849"/>
          </a:xfrm>
        </p:spPr>
        <p:txBody>
          <a:bodyPr anchor="t">
            <a:noAutofit/>
          </a:bodyPr>
          <a:lstStyle>
            <a:lvl1pPr>
              <a:defRPr sz="3800">
                <a:solidFill>
                  <a:schemeClr val="bg1"/>
                </a:solidFill>
              </a:defRPr>
            </a:lvl1pPr>
          </a:lstStyle>
          <a:p>
            <a:r>
              <a:rPr lang="en-US"/>
              <a:t>Click to edit </a:t>
            </a:r>
            <a:br>
              <a:rPr lang="en-US"/>
            </a:br>
            <a:r>
              <a:rPr lang="en-US"/>
              <a:t>Master title style</a:t>
            </a:r>
          </a:p>
        </p:txBody>
      </p:sp>
      <p:sp>
        <p:nvSpPr>
          <p:cNvPr id="6" name="Slide Number Placeholder 4">
            <a:extLst>
              <a:ext uri="{FF2B5EF4-FFF2-40B4-BE49-F238E27FC236}">
                <a16:creationId xmlns:a16="http://schemas.microsoft.com/office/drawing/2014/main" id="{9DB7CED2-7998-D341-BA66-A7EAFEAFD2BB}"/>
              </a:ext>
            </a:extLst>
          </p:cNvPr>
          <p:cNvSpPr>
            <a:spLocks noGrp="1"/>
          </p:cNvSpPr>
          <p:nvPr>
            <p:ph type="sldNum" sz="quarter" idx="12"/>
          </p:nvPr>
        </p:nvSpPr>
        <p:spPr>
          <a:xfrm>
            <a:off x="8880309" y="6373098"/>
            <a:ext cx="2743200" cy="205079"/>
          </a:xfrm>
        </p:spPr>
        <p:txBody>
          <a:bodyPr/>
          <a:lstStyle>
            <a:lvl1pPr>
              <a:defRPr sz="800">
                <a:solidFill>
                  <a:schemeClr val="bg1"/>
                </a:solidFill>
              </a:defRPr>
            </a:lvl1pPr>
          </a:lstStyle>
          <a:p>
            <a:fld id="{E917DE0E-AFB1-41FD-BC35-27DB61CA125F}" type="slidenum">
              <a:rPr lang="en-AU" smtClean="0"/>
              <a:pPr/>
              <a:t>‹#›</a:t>
            </a:fld>
            <a:endParaRPr lang="en-AU"/>
          </a:p>
        </p:txBody>
      </p:sp>
      <p:sp>
        <p:nvSpPr>
          <p:cNvPr id="9" name="Footer Placeholder 3">
            <a:extLst>
              <a:ext uri="{FF2B5EF4-FFF2-40B4-BE49-F238E27FC236}">
                <a16:creationId xmlns:a16="http://schemas.microsoft.com/office/drawing/2014/main" id="{CA4EF09F-9E4E-7145-8718-5EC0964E1E1B}"/>
              </a:ext>
            </a:extLst>
          </p:cNvPr>
          <p:cNvSpPr>
            <a:spLocks noGrp="1"/>
          </p:cNvSpPr>
          <p:nvPr>
            <p:ph type="ftr" sz="quarter" idx="11"/>
          </p:nvPr>
        </p:nvSpPr>
        <p:spPr>
          <a:xfrm>
            <a:off x="2159563" y="6356353"/>
            <a:ext cx="5225752" cy="221825"/>
          </a:xfrm>
        </p:spPr>
        <p:txBody>
          <a:bodyPr/>
          <a:lstStyle>
            <a:lvl1pPr algn="l">
              <a:defRPr>
                <a:solidFill>
                  <a:schemeClr val="bg1"/>
                </a:solidFill>
              </a:defRPr>
            </a:lvl1pPr>
          </a:lstStyle>
          <a:p>
            <a:r>
              <a:rPr lang="en-AU"/>
              <a:t>Sydney Water PowerPoint template</a:t>
            </a:r>
          </a:p>
        </p:txBody>
      </p:sp>
      <p:sp>
        <p:nvSpPr>
          <p:cNvPr id="10" name="Date Placeholder 2">
            <a:extLst>
              <a:ext uri="{FF2B5EF4-FFF2-40B4-BE49-F238E27FC236}">
                <a16:creationId xmlns:a16="http://schemas.microsoft.com/office/drawing/2014/main" id="{60F66938-7500-C449-8207-DEA303A7EFD9}"/>
              </a:ext>
            </a:extLst>
          </p:cNvPr>
          <p:cNvSpPr>
            <a:spLocks noGrp="1"/>
          </p:cNvSpPr>
          <p:nvPr>
            <p:ph type="dt" sz="half" idx="14"/>
          </p:nvPr>
        </p:nvSpPr>
        <p:spPr>
          <a:xfrm>
            <a:off x="617459" y="6368655"/>
            <a:ext cx="1391260" cy="209523"/>
          </a:xfrm>
          <a:noFill/>
        </p:spPr>
        <p:txBody>
          <a:bodyPr/>
          <a:lstStyle>
            <a:lvl1pPr>
              <a:defRPr sz="800">
                <a:solidFill>
                  <a:schemeClr val="bg1"/>
                </a:solidFill>
              </a:defRPr>
            </a:lvl1pPr>
          </a:lstStyle>
          <a:p>
            <a:fld id="{65DF70F5-961C-6D46-AA57-84051C02F5F7}" type="datetime1">
              <a:rPr lang="en-AU" smtClean="0"/>
              <a:pPr/>
              <a:t>27/03/2025</a:t>
            </a:fld>
            <a:endParaRPr lang="en-US"/>
          </a:p>
        </p:txBody>
      </p:sp>
    </p:spTree>
    <p:extLst>
      <p:ext uri="{BB962C8B-B14F-4D97-AF65-F5344CB8AC3E}">
        <p14:creationId xmlns:p14="http://schemas.microsoft.com/office/powerpoint/2010/main" val="2026694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420">
          <p15:clr>
            <a:srgbClr val="FBAE40"/>
          </p15:clr>
        </p15:guide>
        <p15:guide id="2" pos="3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text Half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BEE584-2AED-0C44-977C-D953655A51B3}"/>
              </a:ext>
            </a:extLst>
          </p:cNvPr>
          <p:cNvSpPr/>
          <p:nvPr userDrawn="1"/>
        </p:nvSpPr>
        <p:spPr>
          <a:xfrm>
            <a:off x="2" y="1"/>
            <a:ext cx="6107108" cy="68679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6" name="Picture Placeholder 4"/>
          <p:cNvSpPr>
            <a:spLocks noGrp="1"/>
          </p:cNvSpPr>
          <p:nvPr>
            <p:ph type="pic" sz="quarter" idx="11" hasCustomPrompt="1"/>
          </p:nvPr>
        </p:nvSpPr>
        <p:spPr>
          <a:xfrm>
            <a:off x="6096000" y="0"/>
            <a:ext cx="6096000" cy="6858000"/>
          </a:xfrm>
          <a:solidFill>
            <a:schemeClr val="bg1">
              <a:lumMod val="95000"/>
            </a:schemeClr>
          </a:solidFill>
        </p:spPr>
        <p:txBody>
          <a:bodyPr anchor="ctr">
            <a:normAutofit/>
          </a:bodyPr>
          <a:lstStyle>
            <a:lvl1pPr marL="0" indent="0" algn="ctr">
              <a:spcBef>
                <a:spcPts val="0"/>
              </a:spcBef>
              <a:spcAft>
                <a:spcPts val="0"/>
              </a:spcAft>
              <a:buNone/>
              <a:defRPr sz="1600"/>
            </a:lvl1pPr>
          </a:lstStyle>
          <a:p>
            <a:r>
              <a:rPr lang="en-AU"/>
              <a:t>Click icon to insert picture</a:t>
            </a:r>
            <a:br>
              <a:rPr lang="en-AU"/>
            </a:br>
            <a:br>
              <a:rPr lang="en-AU"/>
            </a:br>
            <a:br>
              <a:rPr lang="en-AU"/>
            </a:br>
            <a:br>
              <a:rPr lang="en-AU"/>
            </a:br>
            <a:endParaRPr lang="en-AU"/>
          </a:p>
        </p:txBody>
      </p:sp>
      <p:sp>
        <p:nvSpPr>
          <p:cNvPr id="15" name="Slide Number Placeholder 4">
            <a:extLst>
              <a:ext uri="{FF2B5EF4-FFF2-40B4-BE49-F238E27FC236}">
                <a16:creationId xmlns:a16="http://schemas.microsoft.com/office/drawing/2014/main" id="{298200DF-4F9A-C84C-AE77-DE63607B6B16}"/>
              </a:ext>
            </a:extLst>
          </p:cNvPr>
          <p:cNvSpPr>
            <a:spLocks noGrp="1"/>
          </p:cNvSpPr>
          <p:nvPr>
            <p:ph type="sldNum" sz="quarter" idx="13"/>
          </p:nvPr>
        </p:nvSpPr>
        <p:spPr>
          <a:xfrm>
            <a:off x="10800523" y="6373098"/>
            <a:ext cx="822987" cy="205079"/>
          </a:xfrm>
        </p:spPr>
        <p:txBody>
          <a:bodyPr/>
          <a:lstStyle>
            <a:lvl1pPr>
              <a:defRPr sz="800">
                <a:solidFill>
                  <a:schemeClr val="bg1"/>
                </a:solidFill>
              </a:defRPr>
            </a:lvl1pPr>
          </a:lstStyle>
          <a:p>
            <a:fld id="{E917DE0E-AFB1-41FD-BC35-27DB61CA125F}" type="slidenum">
              <a:rPr lang="en-AU" smtClean="0"/>
              <a:pPr/>
              <a:t>‹#›</a:t>
            </a:fld>
            <a:endParaRPr lang="en-AU"/>
          </a:p>
        </p:txBody>
      </p:sp>
      <p:sp>
        <p:nvSpPr>
          <p:cNvPr id="18" name="Content Placeholder 2">
            <a:extLst>
              <a:ext uri="{FF2B5EF4-FFF2-40B4-BE49-F238E27FC236}">
                <a16:creationId xmlns:a16="http://schemas.microsoft.com/office/drawing/2014/main" id="{38377C9E-229E-CA45-B2F3-12BD4B8D96AD}"/>
              </a:ext>
            </a:extLst>
          </p:cNvPr>
          <p:cNvSpPr>
            <a:spLocks noGrp="1"/>
          </p:cNvSpPr>
          <p:nvPr>
            <p:ph idx="1" hasCustomPrompt="1"/>
          </p:nvPr>
        </p:nvSpPr>
        <p:spPr>
          <a:xfrm>
            <a:off x="651584" y="1628802"/>
            <a:ext cx="5133088" cy="4466124"/>
          </a:xfrm>
        </p:spPr>
        <p:txBody>
          <a:bodyPr>
            <a:normAutofit/>
          </a:bodyPr>
          <a:lstStyle>
            <a:lvl1pPr marL="0" indent="0">
              <a:lnSpc>
                <a:spcPct val="110000"/>
              </a:lnSpc>
              <a:buFont typeface="Arial" panose="020B0604020202020204" pitchFamily="34" charset="0"/>
              <a:buNone/>
              <a:defRPr sz="1500">
                <a:solidFill>
                  <a:schemeClr val="tx2"/>
                </a:solidFill>
              </a:defRPr>
            </a:lvl1pPr>
            <a:lvl2pPr marL="342891" indent="0" algn="l">
              <a:lnSpc>
                <a:spcPct val="110000"/>
              </a:lnSpc>
              <a:buFont typeface="Arial" panose="020B0604020202020204" pitchFamily="34" charset="0"/>
              <a:buNone/>
              <a:defRPr sz="1400">
                <a:solidFill>
                  <a:schemeClr val="bg1"/>
                </a:solidFill>
              </a:defRPr>
            </a:lvl2pPr>
            <a:lvl3pPr>
              <a:lnSpc>
                <a:spcPct val="110000"/>
              </a:lnSpc>
              <a:defRPr sz="1500">
                <a:solidFill>
                  <a:schemeClr val="tx2"/>
                </a:solidFill>
              </a:defRPr>
            </a:lvl3pPr>
          </a:lstStyle>
          <a:p>
            <a:pPr lvl="1"/>
            <a:r>
              <a:rPr lang="en-US"/>
              <a:t>Body copy style</a:t>
            </a:r>
          </a:p>
        </p:txBody>
      </p:sp>
      <p:sp>
        <p:nvSpPr>
          <p:cNvPr id="19" name="Title 1">
            <a:extLst>
              <a:ext uri="{FF2B5EF4-FFF2-40B4-BE49-F238E27FC236}">
                <a16:creationId xmlns:a16="http://schemas.microsoft.com/office/drawing/2014/main" id="{203DC789-C4B6-6E46-B315-15C1E4F870DA}"/>
              </a:ext>
            </a:extLst>
          </p:cNvPr>
          <p:cNvSpPr>
            <a:spLocks noGrp="1"/>
          </p:cNvSpPr>
          <p:nvPr>
            <p:ph type="title" hasCustomPrompt="1"/>
          </p:nvPr>
        </p:nvSpPr>
        <p:spPr>
          <a:xfrm>
            <a:off x="609435" y="459697"/>
            <a:ext cx="5175239" cy="792088"/>
          </a:xfrm>
        </p:spPr>
        <p:txBody>
          <a:bodyPr anchor="t">
            <a:normAutofit/>
          </a:bodyPr>
          <a:lstStyle>
            <a:lvl1pPr>
              <a:defRPr sz="3000">
                <a:solidFill>
                  <a:schemeClr val="accent4"/>
                </a:solidFill>
              </a:defRPr>
            </a:lvl1pPr>
          </a:lstStyle>
          <a:p>
            <a:r>
              <a:rPr lang="en-US"/>
              <a:t>Click to edit </a:t>
            </a:r>
            <a:br>
              <a:rPr lang="en-US"/>
            </a:br>
            <a:r>
              <a:rPr lang="en-US"/>
              <a:t>Master title style</a:t>
            </a:r>
          </a:p>
        </p:txBody>
      </p:sp>
      <p:sp>
        <p:nvSpPr>
          <p:cNvPr id="9" name="Footer Placeholder 3">
            <a:extLst>
              <a:ext uri="{FF2B5EF4-FFF2-40B4-BE49-F238E27FC236}">
                <a16:creationId xmlns:a16="http://schemas.microsoft.com/office/drawing/2014/main" id="{2962BF85-4B0E-8B49-9E26-0D530946C257}"/>
              </a:ext>
            </a:extLst>
          </p:cNvPr>
          <p:cNvSpPr>
            <a:spLocks noGrp="1"/>
          </p:cNvSpPr>
          <p:nvPr>
            <p:ph type="ftr" sz="quarter" idx="14"/>
          </p:nvPr>
        </p:nvSpPr>
        <p:spPr>
          <a:xfrm>
            <a:off x="2159563" y="6356353"/>
            <a:ext cx="5225752" cy="221825"/>
          </a:xfrm>
        </p:spPr>
        <p:txBody>
          <a:bodyPr/>
          <a:lstStyle>
            <a:lvl1pPr algn="l">
              <a:defRPr>
                <a:solidFill>
                  <a:schemeClr val="bg1"/>
                </a:solidFill>
              </a:defRPr>
            </a:lvl1pPr>
          </a:lstStyle>
          <a:p>
            <a:r>
              <a:rPr lang="en-AU"/>
              <a:t>Sydney Water PowerPoint template</a:t>
            </a:r>
          </a:p>
        </p:txBody>
      </p:sp>
      <p:sp>
        <p:nvSpPr>
          <p:cNvPr id="10" name="Date Placeholder 2">
            <a:extLst>
              <a:ext uri="{FF2B5EF4-FFF2-40B4-BE49-F238E27FC236}">
                <a16:creationId xmlns:a16="http://schemas.microsoft.com/office/drawing/2014/main" id="{232BC1AF-2D88-DD46-82D0-2A58D3DC5228}"/>
              </a:ext>
            </a:extLst>
          </p:cNvPr>
          <p:cNvSpPr>
            <a:spLocks noGrp="1"/>
          </p:cNvSpPr>
          <p:nvPr>
            <p:ph type="dt" sz="half" idx="15"/>
          </p:nvPr>
        </p:nvSpPr>
        <p:spPr>
          <a:xfrm>
            <a:off x="617459" y="6368655"/>
            <a:ext cx="1391260" cy="209523"/>
          </a:xfrm>
          <a:noFill/>
        </p:spPr>
        <p:txBody>
          <a:bodyPr/>
          <a:lstStyle>
            <a:lvl1pPr>
              <a:defRPr sz="800">
                <a:solidFill>
                  <a:schemeClr val="bg1"/>
                </a:solidFill>
              </a:defRPr>
            </a:lvl1pPr>
          </a:lstStyle>
          <a:p>
            <a:fld id="{CA6D968F-C92B-454F-8C49-CA9D58BA26C6}" type="datetime1">
              <a:rPr lang="en-AU" smtClean="0"/>
              <a:t>27/03/2025</a:t>
            </a:fld>
            <a:endParaRPr lang="en-US"/>
          </a:p>
        </p:txBody>
      </p:sp>
    </p:spTree>
    <p:extLst>
      <p:ext uri="{BB962C8B-B14F-4D97-AF65-F5344CB8AC3E}">
        <p14:creationId xmlns:p14="http://schemas.microsoft.com/office/powerpoint/2010/main" val="2360281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Image Circles">
    <p:spTree>
      <p:nvGrpSpPr>
        <p:cNvPr id="1" name=""/>
        <p:cNvGrpSpPr/>
        <p:nvPr/>
      </p:nvGrpSpPr>
      <p:grpSpPr>
        <a:xfrm>
          <a:off x="0" y="0"/>
          <a:ext cx="0" cy="0"/>
          <a:chOff x="0" y="0"/>
          <a:chExt cx="0" cy="0"/>
        </a:xfrm>
      </p:grpSpPr>
      <p:sp>
        <p:nvSpPr>
          <p:cNvPr id="4" name="Picture Placeholder 4"/>
          <p:cNvSpPr>
            <a:spLocks noGrp="1" noChangeAspect="1"/>
          </p:cNvSpPr>
          <p:nvPr>
            <p:ph type="pic" sz="quarter" idx="11" hasCustomPrompt="1"/>
          </p:nvPr>
        </p:nvSpPr>
        <p:spPr>
          <a:xfrm>
            <a:off x="1074119" y="1739630"/>
            <a:ext cx="2759715" cy="2719055"/>
          </a:xfrm>
          <a:prstGeom prst="ellipse">
            <a:avLst/>
          </a:prstGeom>
          <a:solidFill>
            <a:schemeClr val="bg1">
              <a:lumMod val="95000"/>
            </a:schemeClr>
          </a:solidFill>
          <a:ln w="38100">
            <a:solidFill>
              <a:schemeClr val="accent6">
                <a:lumMod val="50000"/>
              </a:schemeClr>
            </a:solidFill>
          </a:ln>
        </p:spPr>
        <p:txBody>
          <a:bodyPr anchor="ctr">
            <a:normAutofit/>
          </a:bodyPr>
          <a:lstStyle>
            <a:lvl1pPr marL="0" indent="0" algn="ctr">
              <a:spcBef>
                <a:spcPts val="0"/>
              </a:spcBef>
              <a:spcAft>
                <a:spcPts val="0"/>
              </a:spcAft>
              <a:buNone/>
              <a:defRPr sz="1600"/>
            </a:lvl1pPr>
          </a:lstStyle>
          <a:p>
            <a:r>
              <a:rPr lang="en-AU"/>
              <a:t>Click icon to insert picture</a:t>
            </a:r>
            <a:br>
              <a:rPr lang="en-AU"/>
            </a:br>
            <a:br>
              <a:rPr lang="en-AU"/>
            </a:br>
            <a:br>
              <a:rPr lang="en-AU"/>
            </a:br>
            <a:br>
              <a:rPr lang="en-AU"/>
            </a:br>
            <a:endParaRPr lang="en-AU"/>
          </a:p>
        </p:txBody>
      </p:sp>
      <p:sp>
        <p:nvSpPr>
          <p:cNvPr id="5" name="Text Placeholder 3"/>
          <p:cNvSpPr>
            <a:spLocks noGrp="1"/>
          </p:cNvSpPr>
          <p:nvPr>
            <p:ph type="body" sz="quarter" idx="12"/>
          </p:nvPr>
        </p:nvSpPr>
        <p:spPr>
          <a:xfrm>
            <a:off x="1051610" y="4689901"/>
            <a:ext cx="2987732" cy="1512168"/>
          </a:xfrm>
        </p:spPr>
        <p:txBody>
          <a:bodyPr>
            <a:normAutofit/>
          </a:bodyPr>
          <a:lstStyle>
            <a:lvl1pPr marL="0" indent="0" algn="l">
              <a:lnSpc>
                <a:spcPct val="110000"/>
              </a:lnSpc>
              <a:buNone/>
              <a:defRPr sz="1400">
                <a:solidFill>
                  <a:srgbClr val="0556A5"/>
                </a:solidFill>
              </a:defRPr>
            </a:lvl1pPr>
          </a:lstStyle>
          <a:p>
            <a:pPr lvl="0"/>
            <a:r>
              <a:rPr lang="en-US"/>
              <a:t>Click to edit Master text styles</a:t>
            </a:r>
          </a:p>
        </p:txBody>
      </p:sp>
      <p:sp>
        <p:nvSpPr>
          <p:cNvPr id="12" name="Slide Number Placeholder 4">
            <a:extLst>
              <a:ext uri="{FF2B5EF4-FFF2-40B4-BE49-F238E27FC236}">
                <a16:creationId xmlns:a16="http://schemas.microsoft.com/office/drawing/2014/main" id="{74BDCAA2-441E-574C-8987-CC02A355BA5C}"/>
              </a:ext>
            </a:extLst>
          </p:cNvPr>
          <p:cNvSpPr>
            <a:spLocks noGrp="1"/>
          </p:cNvSpPr>
          <p:nvPr>
            <p:ph type="sldNum" sz="quarter" idx="16"/>
          </p:nvPr>
        </p:nvSpPr>
        <p:spPr>
          <a:xfrm>
            <a:off x="8880309" y="6373098"/>
            <a:ext cx="2743200" cy="205079"/>
          </a:xfrm>
        </p:spPr>
        <p:txBody>
          <a:bodyPr/>
          <a:lstStyle>
            <a:lvl1pPr>
              <a:defRPr sz="800">
                <a:solidFill>
                  <a:schemeClr val="tx2"/>
                </a:solidFill>
              </a:defRPr>
            </a:lvl1pPr>
          </a:lstStyle>
          <a:p>
            <a:fld id="{E917DE0E-AFB1-41FD-BC35-27DB61CA125F}" type="slidenum">
              <a:rPr lang="en-AU" smtClean="0"/>
              <a:pPr/>
              <a:t>‹#›</a:t>
            </a:fld>
            <a:endParaRPr lang="en-AU"/>
          </a:p>
        </p:txBody>
      </p:sp>
      <p:sp>
        <p:nvSpPr>
          <p:cNvPr id="16" name="Text Placeholder 3">
            <a:extLst>
              <a:ext uri="{FF2B5EF4-FFF2-40B4-BE49-F238E27FC236}">
                <a16:creationId xmlns:a16="http://schemas.microsoft.com/office/drawing/2014/main" id="{C131CC90-846D-2E40-9948-0984149ECEF0}"/>
              </a:ext>
            </a:extLst>
          </p:cNvPr>
          <p:cNvSpPr>
            <a:spLocks noGrp="1"/>
          </p:cNvSpPr>
          <p:nvPr>
            <p:ph type="body" sz="quarter" idx="17"/>
          </p:nvPr>
        </p:nvSpPr>
        <p:spPr>
          <a:xfrm>
            <a:off x="4617710" y="4689901"/>
            <a:ext cx="2987732" cy="1512168"/>
          </a:xfrm>
        </p:spPr>
        <p:txBody>
          <a:bodyPr>
            <a:normAutofit/>
          </a:bodyPr>
          <a:lstStyle>
            <a:lvl1pPr marL="0" indent="0" algn="l">
              <a:lnSpc>
                <a:spcPct val="110000"/>
              </a:lnSpc>
              <a:buNone/>
              <a:defRPr sz="1400">
                <a:solidFill>
                  <a:srgbClr val="0556A5"/>
                </a:solidFill>
              </a:defRPr>
            </a:lvl1pPr>
          </a:lstStyle>
          <a:p>
            <a:pPr lvl="0"/>
            <a:r>
              <a:rPr lang="en-US"/>
              <a:t>Click to edit Master text styles</a:t>
            </a:r>
          </a:p>
        </p:txBody>
      </p:sp>
      <p:sp>
        <p:nvSpPr>
          <p:cNvPr id="17" name="Text Placeholder 3">
            <a:extLst>
              <a:ext uri="{FF2B5EF4-FFF2-40B4-BE49-F238E27FC236}">
                <a16:creationId xmlns:a16="http://schemas.microsoft.com/office/drawing/2014/main" id="{C1697B22-A5D3-9A4A-B207-67F523B1B1DF}"/>
              </a:ext>
            </a:extLst>
          </p:cNvPr>
          <p:cNvSpPr>
            <a:spLocks noGrp="1"/>
          </p:cNvSpPr>
          <p:nvPr>
            <p:ph type="body" sz="quarter" idx="18"/>
          </p:nvPr>
        </p:nvSpPr>
        <p:spPr>
          <a:xfrm>
            <a:off x="8288039" y="4695700"/>
            <a:ext cx="2987732" cy="1512168"/>
          </a:xfrm>
        </p:spPr>
        <p:txBody>
          <a:bodyPr>
            <a:normAutofit/>
          </a:bodyPr>
          <a:lstStyle>
            <a:lvl1pPr marL="0" indent="0" algn="l">
              <a:lnSpc>
                <a:spcPct val="110000"/>
              </a:lnSpc>
              <a:buNone/>
              <a:defRPr sz="1400">
                <a:solidFill>
                  <a:srgbClr val="0556A5"/>
                </a:solidFill>
              </a:defRPr>
            </a:lvl1pPr>
          </a:lstStyle>
          <a:p>
            <a:pPr lvl="0"/>
            <a:r>
              <a:rPr lang="en-US"/>
              <a:t>Click to edit Master text styles</a:t>
            </a:r>
          </a:p>
        </p:txBody>
      </p:sp>
      <p:sp>
        <p:nvSpPr>
          <p:cNvPr id="18" name="Title 1">
            <a:extLst>
              <a:ext uri="{FF2B5EF4-FFF2-40B4-BE49-F238E27FC236}">
                <a16:creationId xmlns:a16="http://schemas.microsoft.com/office/drawing/2014/main" id="{61A16F05-3768-A44D-AF91-C37A2BAFC446}"/>
              </a:ext>
            </a:extLst>
          </p:cNvPr>
          <p:cNvSpPr>
            <a:spLocks noGrp="1"/>
          </p:cNvSpPr>
          <p:nvPr>
            <p:ph type="title"/>
          </p:nvPr>
        </p:nvSpPr>
        <p:spPr>
          <a:xfrm>
            <a:off x="712107" y="549276"/>
            <a:ext cx="8840277" cy="719485"/>
          </a:xfrm>
        </p:spPr>
        <p:txBody>
          <a:bodyPr anchor="t">
            <a:normAutofit/>
          </a:bodyPr>
          <a:lstStyle>
            <a:lvl1pPr>
              <a:lnSpc>
                <a:spcPct val="80000"/>
              </a:lnSpc>
              <a:defRPr sz="3000" b="1">
                <a:solidFill>
                  <a:srgbClr val="0556A5"/>
                </a:solidFill>
              </a:defRPr>
            </a:lvl1pPr>
          </a:lstStyle>
          <a:p>
            <a:r>
              <a:rPr lang="en-US"/>
              <a:t>Click to edit Master title style</a:t>
            </a:r>
            <a:endParaRPr lang="en-AU"/>
          </a:p>
        </p:txBody>
      </p:sp>
      <p:sp>
        <p:nvSpPr>
          <p:cNvPr id="15" name="Content Placeholder 2">
            <a:extLst>
              <a:ext uri="{FF2B5EF4-FFF2-40B4-BE49-F238E27FC236}">
                <a16:creationId xmlns:a16="http://schemas.microsoft.com/office/drawing/2014/main" id="{CAE99879-7BFE-A944-B8F3-21E1BA609666}"/>
              </a:ext>
            </a:extLst>
          </p:cNvPr>
          <p:cNvSpPr>
            <a:spLocks noGrp="1"/>
          </p:cNvSpPr>
          <p:nvPr>
            <p:ph idx="10"/>
          </p:nvPr>
        </p:nvSpPr>
        <p:spPr>
          <a:xfrm>
            <a:off x="712107" y="992424"/>
            <a:ext cx="10472459" cy="348344"/>
          </a:xfrm>
        </p:spPr>
        <p:txBody>
          <a:bodyPr>
            <a:normAutofit/>
          </a:bodyPr>
          <a:lstStyle>
            <a:lvl1pPr marL="0" indent="0">
              <a:lnSpc>
                <a:spcPct val="110000"/>
              </a:lnSpc>
              <a:buNone/>
              <a:defRPr sz="1400" b="0">
                <a:solidFill>
                  <a:srgbClr val="0556A5"/>
                </a:solidFill>
              </a:defRPr>
            </a:lvl1pPr>
            <a:lvl2pPr marL="0" indent="0">
              <a:buNone/>
              <a:defRPr sz="1600" b="1">
                <a:solidFill>
                  <a:srgbClr val="0556A5"/>
                </a:solidFill>
              </a:defRPr>
            </a:lvl2pPr>
            <a:lvl3pPr marL="174621" indent="-174621">
              <a:lnSpc>
                <a:spcPct val="110000"/>
              </a:lnSpc>
              <a:buClr>
                <a:srgbClr val="0556A5"/>
              </a:buClr>
              <a:buFont typeface="Arial" panose="020B0604020202020204" pitchFamily="34" charset="0"/>
              <a:buChar char="•"/>
              <a:tabLst/>
              <a:defRPr sz="1400">
                <a:solidFill>
                  <a:srgbClr val="0556A5"/>
                </a:solidFill>
              </a:defRPr>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p:txBody>
      </p:sp>
      <p:sp>
        <p:nvSpPr>
          <p:cNvPr id="19" name="Footer Placeholder 3">
            <a:extLst>
              <a:ext uri="{FF2B5EF4-FFF2-40B4-BE49-F238E27FC236}">
                <a16:creationId xmlns:a16="http://schemas.microsoft.com/office/drawing/2014/main" id="{80E8F32B-0218-E246-8AEF-DE2E78EF74EA}"/>
              </a:ext>
            </a:extLst>
          </p:cNvPr>
          <p:cNvSpPr>
            <a:spLocks noGrp="1"/>
          </p:cNvSpPr>
          <p:nvPr>
            <p:ph type="ftr" sz="quarter" idx="19"/>
          </p:nvPr>
        </p:nvSpPr>
        <p:spPr>
          <a:xfrm>
            <a:off x="2159563" y="6356353"/>
            <a:ext cx="5225752" cy="221825"/>
          </a:xfrm>
        </p:spPr>
        <p:txBody>
          <a:bodyPr/>
          <a:lstStyle>
            <a:lvl1pPr algn="l">
              <a:defRPr>
                <a:solidFill>
                  <a:schemeClr val="tx2"/>
                </a:solidFill>
              </a:defRPr>
            </a:lvl1pPr>
          </a:lstStyle>
          <a:p>
            <a:r>
              <a:rPr lang="en-AU"/>
              <a:t>Sydney Water PowerPoint template</a:t>
            </a:r>
          </a:p>
        </p:txBody>
      </p:sp>
      <p:sp>
        <p:nvSpPr>
          <p:cNvPr id="20" name="Date Placeholder 2">
            <a:extLst>
              <a:ext uri="{FF2B5EF4-FFF2-40B4-BE49-F238E27FC236}">
                <a16:creationId xmlns:a16="http://schemas.microsoft.com/office/drawing/2014/main" id="{B9D77E66-C4A4-D642-AA1F-C757872498DA}"/>
              </a:ext>
            </a:extLst>
          </p:cNvPr>
          <p:cNvSpPr>
            <a:spLocks noGrp="1"/>
          </p:cNvSpPr>
          <p:nvPr>
            <p:ph type="dt" sz="half" idx="20"/>
          </p:nvPr>
        </p:nvSpPr>
        <p:spPr>
          <a:xfrm>
            <a:off x="617459" y="6368655"/>
            <a:ext cx="1391260" cy="209523"/>
          </a:xfrm>
          <a:noFill/>
        </p:spPr>
        <p:txBody>
          <a:bodyPr/>
          <a:lstStyle>
            <a:lvl1pPr>
              <a:defRPr sz="800">
                <a:solidFill>
                  <a:schemeClr val="tx1"/>
                </a:solidFill>
              </a:defRPr>
            </a:lvl1pPr>
          </a:lstStyle>
          <a:p>
            <a:fld id="{20FD9FEF-1F88-6048-A5E1-36FBE6BB8529}" type="datetime1">
              <a:rPr lang="en-AU" smtClean="0"/>
              <a:t>27/03/2025</a:t>
            </a:fld>
            <a:endParaRPr lang="en-US"/>
          </a:p>
        </p:txBody>
      </p:sp>
      <p:sp>
        <p:nvSpPr>
          <p:cNvPr id="21" name="Picture Placeholder 4">
            <a:extLst>
              <a:ext uri="{FF2B5EF4-FFF2-40B4-BE49-F238E27FC236}">
                <a16:creationId xmlns:a16="http://schemas.microsoft.com/office/drawing/2014/main" id="{B1A57AF7-3BAA-5B41-8B57-E7143314D1AC}"/>
              </a:ext>
            </a:extLst>
          </p:cNvPr>
          <p:cNvSpPr>
            <a:spLocks noGrp="1" noChangeAspect="1"/>
          </p:cNvSpPr>
          <p:nvPr>
            <p:ph type="pic" sz="quarter" idx="21" hasCustomPrompt="1"/>
          </p:nvPr>
        </p:nvSpPr>
        <p:spPr>
          <a:xfrm>
            <a:off x="4731718" y="1739630"/>
            <a:ext cx="2759715" cy="2719055"/>
          </a:xfrm>
          <a:prstGeom prst="ellipse">
            <a:avLst/>
          </a:prstGeom>
          <a:solidFill>
            <a:schemeClr val="bg1">
              <a:lumMod val="95000"/>
            </a:schemeClr>
          </a:solidFill>
          <a:ln w="38100">
            <a:solidFill>
              <a:schemeClr val="accent6">
                <a:lumMod val="50000"/>
              </a:schemeClr>
            </a:solidFill>
          </a:ln>
        </p:spPr>
        <p:txBody>
          <a:bodyPr anchor="ctr">
            <a:normAutofit/>
          </a:bodyPr>
          <a:lstStyle>
            <a:lvl1pPr marL="0" indent="0" algn="ctr">
              <a:spcBef>
                <a:spcPts val="0"/>
              </a:spcBef>
              <a:spcAft>
                <a:spcPts val="0"/>
              </a:spcAft>
              <a:buNone/>
              <a:defRPr sz="1600"/>
            </a:lvl1pPr>
          </a:lstStyle>
          <a:p>
            <a:r>
              <a:rPr lang="en-AU"/>
              <a:t>Click icon to insert picture</a:t>
            </a:r>
            <a:br>
              <a:rPr lang="en-AU"/>
            </a:br>
            <a:br>
              <a:rPr lang="en-AU"/>
            </a:br>
            <a:br>
              <a:rPr lang="en-AU"/>
            </a:br>
            <a:br>
              <a:rPr lang="en-AU"/>
            </a:br>
            <a:endParaRPr lang="en-AU"/>
          </a:p>
        </p:txBody>
      </p:sp>
      <p:sp>
        <p:nvSpPr>
          <p:cNvPr id="22" name="Picture Placeholder 4">
            <a:extLst>
              <a:ext uri="{FF2B5EF4-FFF2-40B4-BE49-F238E27FC236}">
                <a16:creationId xmlns:a16="http://schemas.microsoft.com/office/drawing/2014/main" id="{6CF06B74-225A-A04D-850F-E9A2E2ED5E69}"/>
              </a:ext>
            </a:extLst>
          </p:cNvPr>
          <p:cNvSpPr>
            <a:spLocks noGrp="1" noChangeAspect="1"/>
          </p:cNvSpPr>
          <p:nvPr>
            <p:ph type="pic" sz="quarter" idx="22" hasCustomPrompt="1"/>
          </p:nvPr>
        </p:nvSpPr>
        <p:spPr>
          <a:xfrm>
            <a:off x="8349125" y="1739630"/>
            <a:ext cx="2759715" cy="2719055"/>
          </a:xfrm>
          <a:prstGeom prst="ellipse">
            <a:avLst/>
          </a:prstGeom>
          <a:solidFill>
            <a:schemeClr val="bg1">
              <a:lumMod val="95000"/>
            </a:schemeClr>
          </a:solidFill>
          <a:ln w="38100">
            <a:solidFill>
              <a:schemeClr val="accent6">
                <a:lumMod val="50000"/>
              </a:schemeClr>
            </a:solidFill>
          </a:ln>
        </p:spPr>
        <p:txBody>
          <a:bodyPr anchor="ctr">
            <a:normAutofit/>
          </a:bodyPr>
          <a:lstStyle>
            <a:lvl1pPr marL="0" indent="0" algn="ctr">
              <a:spcBef>
                <a:spcPts val="0"/>
              </a:spcBef>
              <a:spcAft>
                <a:spcPts val="0"/>
              </a:spcAft>
              <a:buNone/>
              <a:defRPr sz="1600"/>
            </a:lvl1pPr>
          </a:lstStyle>
          <a:p>
            <a:r>
              <a:rPr lang="en-AU"/>
              <a:t>Click icon to insert picture</a:t>
            </a:r>
            <a:br>
              <a:rPr lang="en-AU"/>
            </a:br>
            <a:br>
              <a:rPr lang="en-AU"/>
            </a:br>
            <a:br>
              <a:rPr lang="en-AU"/>
            </a:br>
            <a:br>
              <a:rPr lang="en-AU"/>
            </a:br>
            <a:endParaRPr lang="en-AU"/>
          </a:p>
        </p:txBody>
      </p:sp>
    </p:spTree>
    <p:extLst>
      <p:ext uri="{BB962C8B-B14F-4D97-AF65-F5344CB8AC3E}">
        <p14:creationId xmlns:p14="http://schemas.microsoft.com/office/powerpoint/2010/main" val="1894057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st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45A66EF-337E-AD48-996E-94977548EA7C}"/>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Slide Number Placeholder 4">
            <a:extLst>
              <a:ext uri="{FF2B5EF4-FFF2-40B4-BE49-F238E27FC236}">
                <a16:creationId xmlns:a16="http://schemas.microsoft.com/office/drawing/2014/main" id="{CE5710C5-863D-C746-BED0-D67958F7CA86}"/>
              </a:ext>
            </a:extLst>
          </p:cNvPr>
          <p:cNvSpPr>
            <a:spLocks noGrp="1"/>
          </p:cNvSpPr>
          <p:nvPr>
            <p:ph type="sldNum" sz="quarter" idx="12"/>
          </p:nvPr>
        </p:nvSpPr>
        <p:spPr>
          <a:xfrm>
            <a:off x="8880309" y="6373098"/>
            <a:ext cx="2743200" cy="205079"/>
          </a:xfrm>
        </p:spPr>
        <p:txBody>
          <a:bodyPr/>
          <a:lstStyle>
            <a:lvl1pPr>
              <a:defRPr sz="800">
                <a:solidFill>
                  <a:schemeClr val="bg1"/>
                </a:solidFill>
              </a:defRPr>
            </a:lvl1pPr>
          </a:lstStyle>
          <a:p>
            <a:fld id="{E917DE0E-AFB1-41FD-BC35-27DB61CA125F}" type="slidenum">
              <a:rPr lang="en-AU" smtClean="0"/>
              <a:pPr/>
              <a:t>‹#›</a:t>
            </a:fld>
            <a:endParaRPr lang="en-AU"/>
          </a:p>
        </p:txBody>
      </p:sp>
      <p:sp>
        <p:nvSpPr>
          <p:cNvPr id="8" name="Footer Placeholder 3">
            <a:extLst>
              <a:ext uri="{FF2B5EF4-FFF2-40B4-BE49-F238E27FC236}">
                <a16:creationId xmlns:a16="http://schemas.microsoft.com/office/drawing/2014/main" id="{08360EA0-C351-E14C-AA2B-1CE22E984D78}"/>
              </a:ext>
            </a:extLst>
          </p:cNvPr>
          <p:cNvSpPr>
            <a:spLocks noGrp="1"/>
          </p:cNvSpPr>
          <p:nvPr>
            <p:ph type="ftr" sz="quarter" idx="11"/>
          </p:nvPr>
        </p:nvSpPr>
        <p:spPr>
          <a:xfrm>
            <a:off x="2159563" y="6356353"/>
            <a:ext cx="5225752" cy="221825"/>
          </a:xfrm>
        </p:spPr>
        <p:txBody>
          <a:bodyPr/>
          <a:lstStyle>
            <a:lvl1pPr algn="l">
              <a:defRPr>
                <a:solidFill>
                  <a:schemeClr val="bg1"/>
                </a:solidFill>
              </a:defRPr>
            </a:lvl1pPr>
          </a:lstStyle>
          <a:p>
            <a:r>
              <a:rPr lang="en-AU"/>
              <a:t>Sydney Water PowerPoint template</a:t>
            </a:r>
          </a:p>
        </p:txBody>
      </p:sp>
      <p:sp>
        <p:nvSpPr>
          <p:cNvPr id="10" name="Date Placeholder 2">
            <a:extLst>
              <a:ext uri="{FF2B5EF4-FFF2-40B4-BE49-F238E27FC236}">
                <a16:creationId xmlns:a16="http://schemas.microsoft.com/office/drawing/2014/main" id="{5DA916C8-C4AF-A04C-9B62-1D8D0D456860}"/>
              </a:ext>
            </a:extLst>
          </p:cNvPr>
          <p:cNvSpPr>
            <a:spLocks noGrp="1"/>
          </p:cNvSpPr>
          <p:nvPr>
            <p:ph type="dt" sz="half" idx="13"/>
          </p:nvPr>
        </p:nvSpPr>
        <p:spPr>
          <a:xfrm>
            <a:off x="617459" y="6368655"/>
            <a:ext cx="1391260" cy="209523"/>
          </a:xfrm>
          <a:noFill/>
        </p:spPr>
        <p:txBody>
          <a:bodyPr/>
          <a:lstStyle>
            <a:lvl1pPr>
              <a:defRPr sz="800">
                <a:solidFill>
                  <a:schemeClr val="bg1"/>
                </a:solidFill>
              </a:defRPr>
            </a:lvl1pPr>
          </a:lstStyle>
          <a:p>
            <a:fld id="{67598C45-1ABF-9643-BF02-188FFDF1E5F1}" type="datetime1">
              <a:rPr lang="en-AU" smtClean="0"/>
              <a:t>27/03/2025</a:t>
            </a:fld>
            <a:endParaRPr lang="en-US"/>
          </a:p>
        </p:txBody>
      </p:sp>
      <p:pic>
        <p:nvPicPr>
          <p:cNvPr id="11" name="Picture 10">
            <a:extLst>
              <a:ext uri="{FF2B5EF4-FFF2-40B4-BE49-F238E27FC236}">
                <a16:creationId xmlns:a16="http://schemas.microsoft.com/office/drawing/2014/main" id="{8D98D68E-3B0B-FA45-ACA3-A98CC0B45BA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43024" y="5192167"/>
            <a:ext cx="1929309" cy="714127"/>
          </a:xfrm>
          <a:prstGeom prst="rect">
            <a:avLst/>
          </a:prstGeom>
        </p:spPr>
      </p:pic>
    </p:spTree>
    <p:extLst>
      <p:ext uri="{BB962C8B-B14F-4D97-AF65-F5344CB8AC3E}">
        <p14:creationId xmlns:p14="http://schemas.microsoft.com/office/powerpoint/2010/main" val="107996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Custom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8D87-8B94-4E76-9CDA-6586738B099F}"/>
              </a:ext>
            </a:extLst>
          </p:cNvPr>
          <p:cNvSpPr>
            <a:spLocks noGrp="1"/>
          </p:cNvSpPr>
          <p:nvPr>
            <p:ph type="title" hasCustomPrompt="1"/>
          </p:nvPr>
        </p:nvSpPr>
        <p:spPr/>
        <p:txBody>
          <a:bodyPr/>
          <a:lstStyle/>
          <a:p>
            <a:r>
              <a:rPr lang="en-GB"/>
              <a:t>Slide Title (Custom)</a:t>
            </a:r>
            <a:endParaRPr lang="en-US"/>
          </a:p>
        </p:txBody>
      </p:sp>
    </p:spTree>
    <p:extLst>
      <p:ext uri="{BB962C8B-B14F-4D97-AF65-F5344CB8AC3E}">
        <p14:creationId xmlns:p14="http://schemas.microsoft.com/office/powerpoint/2010/main" val="1174906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ndard 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9969-AA58-8E7D-824A-4E725C801FD2}"/>
              </a:ext>
            </a:extLst>
          </p:cNvPr>
          <p:cNvSpPr>
            <a:spLocks noGrp="1"/>
          </p:cNvSpPr>
          <p:nvPr>
            <p:ph type="title" hasCustomPrompt="1"/>
          </p:nvPr>
        </p:nvSpPr>
        <p:spPr/>
        <p:txBody>
          <a:bodyPr/>
          <a:lstStyle>
            <a:lvl1pPr>
              <a:defRPr>
                <a:latin typeface="Aptos" panose="020B0004020202020204" pitchFamily="34" charset="0"/>
              </a:defRPr>
            </a:lvl1pPr>
          </a:lstStyle>
          <a:p>
            <a:r>
              <a:rPr lang="en-GB"/>
              <a:t>Slide Title (Standard Text)</a:t>
            </a:r>
            <a:endParaRPr lang="en-NL"/>
          </a:p>
        </p:txBody>
      </p:sp>
      <p:sp>
        <p:nvSpPr>
          <p:cNvPr id="6" name="Content Placeholder 5">
            <a:extLst>
              <a:ext uri="{FF2B5EF4-FFF2-40B4-BE49-F238E27FC236}">
                <a16:creationId xmlns:a16="http://schemas.microsoft.com/office/drawing/2014/main" id="{BCDD0841-1F35-9C4E-0619-E2C17C145E69}"/>
              </a:ext>
            </a:extLst>
          </p:cNvPr>
          <p:cNvSpPr>
            <a:spLocks noGrp="1"/>
          </p:cNvSpPr>
          <p:nvPr>
            <p:ph sz="quarter" idx="12" hasCustomPrompt="1"/>
          </p:nvPr>
        </p:nvSpPr>
        <p:spPr>
          <a:xfrm>
            <a:off x="381000" y="1262743"/>
            <a:ext cx="11477170" cy="4680857"/>
          </a:xfrm>
          <a:prstGeom prst="rect">
            <a:avLst/>
          </a:prstGeom>
        </p:spPr>
        <p:txBody>
          <a:bodyPr vert="horz" lIns="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Tree>
    <p:extLst>
      <p:ext uri="{BB962C8B-B14F-4D97-AF65-F5344CB8AC3E}">
        <p14:creationId xmlns:p14="http://schemas.microsoft.com/office/powerpoint/2010/main" val="20487268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909F62-CE5A-EC04-9D16-15B5D2C39A0D}"/>
              </a:ext>
            </a:extLst>
          </p:cNvPr>
          <p:cNvSpPr/>
          <p:nvPr userDrawn="1"/>
        </p:nvSpPr>
        <p:spPr>
          <a:xfrm>
            <a:off x="6096001" y="0"/>
            <a:ext cx="6096000" cy="685800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C5901D94-7FD5-B63E-66EE-234598BFE460}"/>
              </a:ext>
            </a:extLst>
          </p:cNvPr>
          <p:cNvSpPr>
            <a:spLocks noGrp="1"/>
          </p:cNvSpPr>
          <p:nvPr>
            <p:ph type="title" hasCustomPrompt="1"/>
          </p:nvPr>
        </p:nvSpPr>
        <p:spPr/>
        <p:txBody>
          <a:bodyPr/>
          <a:lstStyle>
            <a:lvl1pPr>
              <a:defRPr>
                <a:latin typeface="Aptos" panose="020B0004020202020204" pitchFamily="34" charset="0"/>
              </a:defRPr>
            </a:lvl1pPr>
          </a:lstStyle>
          <a:p>
            <a:r>
              <a:rPr lang="en-GB"/>
              <a:t>Slide Title (Table of contents)</a:t>
            </a:r>
            <a:endParaRPr lang="en-NL"/>
          </a:p>
        </p:txBody>
      </p:sp>
      <p:sp>
        <p:nvSpPr>
          <p:cNvPr id="5" name="Content Placeholder 5">
            <a:extLst>
              <a:ext uri="{FF2B5EF4-FFF2-40B4-BE49-F238E27FC236}">
                <a16:creationId xmlns:a16="http://schemas.microsoft.com/office/drawing/2014/main" id="{EEF0C5AD-3A16-4A92-866F-1A4283E95303}"/>
              </a:ext>
            </a:extLst>
          </p:cNvPr>
          <p:cNvSpPr>
            <a:spLocks noGrp="1"/>
          </p:cNvSpPr>
          <p:nvPr>
            <p:ph sz="quarter" idx="12" hasCustomPrompt="1"/>
          </p:nvPr>
        </p:nvSpPr>
        <p:spPr>
          <a:xfrm>
            <a:off x="381000" y="1262743"/>
            <a:ext cx="11441113" cy="4680857"/>
          </a:xfrm>
          <a:prstGeom prst="rect">
            <a:avLst/>
          </a:prstGeom>
        </p:spPr>
        <p:txBody>
          <a:bodyPr vert="horz" wrap="none" lIns="0" tIns="45720" rIns="91440" bIns="45720" numCol="2" spcCol="360000" rtlCol="0" anchor="ctr">
            <a:normAutofit/>
          </a:bodyPr>
          <a:lstStyle>
            <a:lvl1pPr marL="228600" marR="0" indent="-228600" algn="l" defTabSz="914400" rtl="0" eaLnBrk="1" fontAlgn="auto" latinLnBrk="0" hangingPunct="1">
              <a:lnSpc>
                <a:spcPct val="90000"/>
              </a:lnSpc>
              <a:spcBef>
                <a:spcPts val="3600"/>
              </a:spcBef>
              <a:spcAft>
                <a:spcPts val="0"/>
              </a:spcAft>
              <a:buClr>
                <a:schemeClr val="accent1"/>
              </a:buClr>
              <a:buSzTx/>
              <a:buFont typeface="Arial" panose="020B0604020202020204" pitchFamily="34" charset="0"/>
              <a:buChar char="•"/>
              <a:tabLst/>
              <a:defRPr sz="2000" b="1"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504000" indent="-216975" algn="l" defTabSz="914400" rtl="0" eaLnBrk="1" latinLnBrk="0" hangingPunct="1">
              <a:lnSpc>
                <a:spcPct val="90000"/>
              </a:lnSpc>
              <a:spcBef>
                <a:spcPts val="9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79450" indent="-227013"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36625" indent="-227013"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163638" indent="-227013"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Char char="•"/>
              <a:tabLst/>
              <a:defRPr/>
            </a:pPr>
            <a:r>
              <a:rPr lang="en-GB"/>
              <a:t>Add table of content section here (</a:t>
            </a:r>
            <a:r>
              <a:rPr lang="en-GB" err="1"/>
              <a:t>preset</a:t>
            </a:r>
            <a:r>
              <a:rPr lang="en-GB"/>
              <a:t> as 2 column text box) (click tab to add sub topic)</a:t>
            </a:r>
          </a:p>
          <a:p>
            <a:pPr lvl="1"/>
            <a:r>
              <a:rPr lang="en-GB"/>
              <a:t>Second level for sub sections (Clicking ‘Tab’ at the start of the bullet point will automatically add the second level)</a:t>
            </a:r>
          </a:p>
        </p:txBody>
      </p:sp>
    </p:spTree>
    <p:extLst>
      <p:ext uri="{BB962C8B-B14F-4D97-AF65-F5344CB8AC3E}">
        <p14:creationId xmlns:p14="http://schemas.microsoft.com/office/powerpoint/2010/main" val="31581874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9E99-33E4-A087-B8B0-365AA527D9F3}"/>
              </a:ext>
            </a:extLst>
          </p:cNvPr>
          <p:cNvSpPr>
            <a:spLocks noGrp="1"/>
          </p:cNvSpPr>
          <p:nvPr>
            <p:ph type="title" hasCustomPrompt="1"/>
          </p:nvPr>
        </p:nvSpPr>
        <p:spPr/>
        <p:txBody>
          <a:bodyPr/>
          <a:lstStyle>
            <a:lvl1pPr>
              <a:defRPr>
                <a:latin typeface="Aptos" panose="020B0004020202020204" pitchFamily="34" charset="0"/>
              </a:defRPr>
            </a:lvl1pPr>
          </a:lstStyle>
          <a:p>
            <a:r>
              <a:rPr lang="en-GB"/>
              <a:t>Slide Title (Text + Image)</a:t>
            </a:r>
            <a:endParaRPr lang="en-NL"/>
          </a:p>
        </p:txBody>
      </p:sp>
      <p:sp>
        <p:nvSpPr>
          <p:cNvPr id="3" name="Slide Number Placeholder 2">
            <a:extLst>
              <a:ext uri="{FF2B5EF4-FFF2-40B4-BE49-F238E27FC236}">
                <a16:creationId xmlns:a16="http://schemas.microsoft.com/office/drawing/2014/main" id="{D8098396-C61F-D498-571F-FB7F90865EA7}"/>
              </a:ext>
            </a:extLst>
          </p:cNvPr>
          <p:cNvSpPr>
            <a:spLocks noGrp="1"/>
          </p:cNvSpPr>
          <p:nvPr>
            <p:ph type="sldNum" sz="quarter" idx="10"/>
          </p:nvPr>
        </p:nvSpPr>
        <p:spPr>
          <a:xfrm>
            <a:off x="5737072" y="6531429"/>
            <a:ext cx="371341" cy="190046"/>
          </a:xfrm>
          <a:prstGeom prst="rect">
            <a:avLst/>
          </a:prstGeom>
        </p:spPr>
        <p:txBody>
          <a:bodyPr vert="horz" lIns="91440" tIns="45720" rIns="0" bIns="45720" rtlCol="0" anchor="ctr"/>
          <a:lstStyle>
            <a:defPPr>
              <a:defRPr lang="en-NL"/>
            </a:defPPr>
            <a:lvl1pPr marL="0" algn="r" defTabSz="914400" rtl="0" eaLnBrk="1" latinLnBrk="0" hangingPunct="1">
              <a:defRPr sz="800" b="0" i="0" kern="1200">
                <a:solidFill>
                  <a:schemeClr val="tx1">
                    <a:tint val="75000"/>
                  </a:schemeClr>
                </a:solidFill>
                <a:latin typeface="Segoe UI "/>
                <a:ea typeface="+mn-ea"/>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2F07B0D-2027-4B42-97D0-828892117353}" type="slidenum">
              <a:rPr lang="en-NL" smtClean="0"/>
              <a:pPr/>
              <a:t>‹#›</a:t>
            </a:fld>
            <a:r>
              <a:rPr lang="en-NL"/>
              <a:t> |</a:t>
            </a:r>
          </a:p>
        </p:txBody>
      </p:sp>
      <p:sp>
        <p:nvSpPr>
          <p:cNvPr id="8" name="Picture Placeholder 6">
            <a:extLst>
              <a:ext uri="{FF2B5EF4-FFF2-40B4-BE49-F238E27FC236}">
                <a16:creationId xmlns:a16="http://schemas.microsoft.com/office/drawing/2014/main" id="{BF9D7F33-72C5-6A59-42A9-84ADBBCB2C3C}"/>
              </a:ext>
            </a:extLst>
          </p:cNvPr>
          <p:cNvSpPr>
            <a:spLocks noGrp="1"/>
          </p:cNvSpPr>
          <p:nvPr>
            <p:ph type="pic" sz="quarter" idx="13"/>
          </p:nvPr>
        </p:nvSpPr>
        <p:spPr>
          <a:xfrm>
            <a:off x="7894638" y="1265238"/>
            <a:ext cx="4297362" cy="4784725"/>
          </a:xfrm>
          <a:prstGeom prst="rect">
            <a:avLst/>
          </a:prstGeom>
        </p:spPr>
        <p:txBody>
          <a:bodyPr anchor="ctr"/>
          <a:lstStyle>
            <a:lvl1pPr>
              <a:buClr>
                <a:schemeClr val="bg2"/>
              </a:buClr>
              <a:defRPr>
                <a:latin typeface="Aptos" panose="020B0004020202020204" pitchFamily="34" charset="0"/>
              </a:defRPr>
            </a:lvl1pPr>
          </a:lstStyle>
          <a:p>
            <a:r>
              <a:rPr lang="en-US"/>
              <a:t>Click icon to add picture</a:t>
            </a:r>
            <a:endParaRPr lang="en-NL"/>
          </a:p>
        </p:txBody>
      </p:sp>
      <p:sp>
        <p:nvSpPr>
          <p:cNvPr id="10" name="Content Placeholder 5">
            <a:extLst>
              <a:ext uri="{FF2B5EF4-FFF2-40B4-BE49-F238E27FC236}">
                <a16:creationId xmlns:a16="http://schemas.microsoft.com/office/drawing/2014/main" id="{A3F7A179-0C25-4EB0-52E0-70945A863248}"/>
              </a:ext>
            </a:extLst>
          </p:cNvPr>
          <p:cNvSpPr>
            <a:spLocks noGrp="1"/>
          </p:cNvSpPr>
          <p:nvPr>
            <p:ph sz="quarter" idx="12" hasCustomPrompt="1"/>
          </p:nvPr>
        </p:nvSpPr>
        <p:spPr>
          <a:xfrm>
            <a:off x="381000" y="1262743"/>
            <a:ext cx="7151370" cy="4784725"/>
          </a:xfrm>
          <a:prstGeom prst="rect">
            <a:avLst/>
          </a:prstGeom>
        </p:spPr>
        <p:txBody>
          <a:bodyPr vert="horz" lIns="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Tree>
    <p:extLst>
      <p:ext uri="{BB962C8B-B14F-4D97-AF65-F5344CB8AC3E}">
        <p14:creationId xmlns:p14="http://schemas.microsoft.com/office/powerpoint/2010/main" val="9639517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F41D9-1BE2-BD57-0F8A-782923EE287B}"/>
              </a:ext>
            </a:extLst>
          </p:cNvPr>
          <p:cNvSpPr>
            <a:spLocks noGrp="1"/>
          </p:cNvSpPr>
          <p:nvPr>
            <p:ph type="title" hasCustomPrompt="1"/>
          </p:nvPr>
        </p:nvSpPr>
        <p:spPr>
          <a:xfrm>
            <a:off x="257323" y="143888"/>
            <a:ext cx="10514927" cy="737369"/>
          </a:xfrm>
        </p:spPr>
        <p:txBody>
          <a:bodyPr/>
          <a:lstStyle>
            <a:lvl1pPr>
              <a:defRPr>
                <a:latin typeface="Aptos" panose="020B0004020202020204" pitchFamily="34" charset="0"/>
              </a:defRPr>
            </a:lvl1pPr>
          </a:lstStyle>
          <a:p>
            <a:r>
              <a:rPr lang="en-GB"/>
              <a:t>Slide Title (1x2)</a:t>
            </a:r>
            <a:endParaRPr lang="en-NL"/>
          </a:p>
        </p:txBody>
      </p:sp>
      <p:sp>
        <p:nvSpPr>
          <p:cNvPr id="5" name="Content Placeholder 5">
            <a:extLst>
              <a:ext uri="{FF2B5EF4-FFF2-40B4-BE49-F238E27FC236}">
                <a16:creationId xmlns:a16="http://schemas.microsoft.com/office/drawing/2014/main" id="{2B320E7D-F467-0DD8-C784-725334C7FA6B}"/>
              </a:ext>
            </a:extLst>
          </p:cNvPr>
          <p:cNvSpPr>
            <a:spLocks noGrp="1"/>
          </p:cNvSpPr>
          <p:nvPr>
            <p:ph sz="quarter" idx="12" hasCustomPrompt="1"/>
          </p:nvPr>
        </p:nvSpPr>
        <p:spPr>
          <a:xfrm>
            <a:off x="381000" y="1262743"/>
            <a:ext cx="5356072" cy="4784725"/>
          </a:xfrm>
          <a:prstGeom prst="rect">
            <a:avLst/>
          </a:prstGeom>
        </p:spPr>
        <p:txBody>
          <a:bodyPr vert="horz" lIns="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6" name="Content Placeholder 5">
            <a:extLst>
              <a:ext uri="{FF2B5EF4-FFF2-40B4-BE49-F238E27FC236}">
                <a16:creationId xmlns:a16="http://schemas.microsoft.com/office/drawing/2014/main" id="{5D78731F-E7F5-D571-E54B-7FD3761335D2}"/>
              </a:ext>
            </a:extLst>
          </p:cNvPr>
          <p:cNvSpPr>
            <a:spLocks noGrp="1"/>
          </p:cNvSpPr>
          <p:nvPr>
            <p:ph sz="quarter" idx="13" hasCustomPrompt="1"/>
          </p:nvPr>
        </p:nvSpPr>
        <p:spPr>
          <a:xfrm>
            <a:off x="6466041" y="1262743"/>
            <a:ext cx="5356072" cy="4784725"/>
          </a:xfrm>
          <a:prstGeom prst="rect">
            <a:avLst/>
          </a:prstGeom>
        </p:spPr>
        <p:txBody>
          <a:bodyPr vert="horz" lIns="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cxnSp>
        <p:nvCxnSpPr>
          <p:cNvPr id="10" name="Straight Connector 9">
            <a:extLst>
              <a:ext uri="{FF2B5EF4-FFF2-40B4-BE49-F238E27FC236}">
                <a16:creationId xmlns:a16="http://schemas.microsoft.com/office/drawing/2014/main" id="{1757202A-603B-CB4D-F5D7-23EB9635B498}"/>
              </a:ext>
            </a:extLst>
          </p:cNvPr>
          <p:cNvCxnSpPr/>
          <p:nvPr userDrawn="1"/>
        </p:nvCxnSpPr>
        <p:spPr>
          <a:xfrm>
            <a:off x="6095820" y="1119188"/>
            <a:ext cx="0" cy="5140325"/>
          </a:xfrm>
          <a:prstGeom prst="line">
            <a:avLst/>
          </a:prstGeom>
          <a:ln w="19050">
            <a:gradFill>
              <a:gsLst>
                <a:gs pos="0">
                  <a:schemeClr val="bg1">
                    <a:alpha val="0"/>
                  </a:schemeClr>
                </a:gs>
                <a:gs pos="26000">
                  <a:schemeClr val="accent1"/>
                </a:gs>
                <a:gs pos="74000">
                  <a:schemeClr val="accent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1460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F41D9-1BE2-BD57-0F8A-782923EE287B}"/>
              </a:ext>
            </a:extLst>
          </p:cNvPr>
          <p:cNvSpPr>
            <a:spLocks noGrp="1"/>
          </p:cNvSpPr>
          <p:nvPr>
            <p:ph type="title" hasCustomPrompt="1"/>
          </p:nvPr>
        </p:nvSpPr>
        <p:spPr>
          <a:xfrm>
            <a:off x="257323" y="143888"/>
            <a:ext cx="10514927" cy="737369"/>
          </a:xfrm>
        </p:spPr>
        <p:txBody>
          <a:bodyPr/>
          <a:lstStyle>
            <a:lvl1pPr>
              <a:defRPr>
                <a:latin typeface="Aptos" panose="020B0004020202020204" pitchFamily="34" charset="0"/>
              </a:defRPr>
            </a:lvl1pPr>
          </a:lstStyle>
          <a:p>
            <a:r>
              <a:rPr lang="en-GB"/>
              <a:t>Slide Title (2x2)</a:t>
            </a:r>
            <a:endParaRPr lang="en-NL"/>
          </a:p>
        </p:txBody>
      </p:sp>
      <p:sp>
        <p:nvSpPr>
          <p:cNvPr id="5" name="Content Placeholder 5">
            <a:extLst>
              <a:ext uri="{FF2B5EF4-FFF2-40B4-BE49-F238E27FC236}">
                <a16:creationId xmlns:a16="http://schemas.microsoft.com/office/drawing/2014/main" id="{2B320E7D-F467-0DD8-C784-725334C7FA6B}"/>
              </a:ext>
            </a:extLst>
          </p:cNvPr>
          <p:cNvSpPr>
            <a:spLocks noGrp="1"/>
          </p:cNvSpPr>
          <p:nvPr>
            <p:ph sz="quarter" idx="12" hasCustomPrompt="1"/>
          </p:nvPr>
        </p:nvSpPr>
        <p:spPr>
          <a:xfrm>
            <a:off x="438749" y="1128813"/>
            <a:ext cx="5576048" cy="2318759"/>
          </a:xfrm>
          <a:prstGeom prst="rect">
            <a:avLst/>
          </a:prstGeom>
          <a:solidFill>
            <a:schemeClr val="bg1"/>
          </a:solidFill>
          <a:ln w="6350">
            <a:solidFill>
              <a:schemeClr val="bg1"/>
            </a:solidFill>
          </a:ln>
          <a:effectLst>
            <a:outerShdw blurRad="114300" dist="76200" dir="2700000" algn="tl" rotWithShape="0">
              <a:prstClr val="black">
                <a:alpha val="2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6" name="Content Placeholder 5">
            <a:extLst>
              <a:ext uri="{FF2B5EF4-FFF2-40B4-BE49-F238E27FC236}">
                <a16:creationId xmlns:a16="http://schemas.microsoft.com/office/drawing/2014/main" id="{5D78731F-E7F5-D571-E54B-7FD3761335D2}"/>
              </a:ext>
            </a:extLst>
          </p:cNvPr>
          <p:cNvSpPr>
            <a:spLocks noGrp="1"/>
          </p:cNvSpPr>
          <p:nvPr>
            <p:ph sz="quarter" idx="13" hasCustomPrompt="1"/>
          </p:nvPr>
        </p:nvSpPr>
        <p:spPr>
          <a:xfrm>
            <a:off x="6188315" y="1128813"/>
            <a:ext cx="5576048" cy="2318759"/>
          </a:xfrm>
          <a:prstGeom prst="rect">
            <a:avLst/>
          </a:prstGeom>
          <a:solidFill>
            <a:schemeClr val="bg1"/>
          </a:solidFill>
          <a:ln w="6350">
            <a:solidFill>
              <a:schemeClr val="bg1"/>
            </a:solidFill>
          </a:ln>
          <a:effectLst>
            <a:outerShdw blurRad="114300" dist="76200" dir="8100000" algn="tr" rotWithShape="0">
              <a:prstClr val="black">
                <a:alpha val="2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3" name="Content Placeholder 5">
            <a:extLst>
              <a:ext uri="{FF2B5EF4-FFF2-40B4-BE49-F238E27FC236}">
                <a16:creationId xmlns:a16="http://schemas.microsoft.com/office/drawing/2014/main" id="{4561CA34-BE6B-40C3-086A-A92FD4A0A8C3}"/>
              </a:ext>
            </a:extLst>
          </p:cNvPr>
          <p:cNvSpPr>
            <a:spLocks noGrp="1"/>
          </p:cNvSpPr>
          <p:nvPr>
            <p:ph sz="quarter" idx="14" hasCustomPrompt="1"/>
          </p:nvPr>
        </p:nvSpPr>
        <p:spPr>
          <a:xfrm>
            <a:off x="438749" y="3600775"/>
            <a:ext cx="5576048" cy="2318759"/>
          </a:xfrm>
          <a:prstGeom prst="rect">
            <a:avLst/>
          </a:prstGeom>
          <a:solidFill>
            <a:schemeClr val="bg1"/>
          </a:solidFill>
          <a:ln w="6350">
            <a:solidFill>
              <a:schemeClr val="bg1"/>
            </a:solidFill>
          </a:ln>
          <a:effectLst>
            <a:outerShdw blurRad="114300" dist="76200" dir="18900000" algn="bl" rotWithShape="0">
              <a:prstClr val="black">
                <a:alpha val="2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7" name="Content Placeholder 5">
            <a:extLst>
              <a:ext uri="{FF2B5EF4-FFF2-40B4-BE49-F238E27FC236}">
                <a16:creationId xmlns:a16="http://schemas.microsoft.com/office/drawing/2014/main" id="{4301EE32-DC84-6D51-D430-E76DEF2D9EDB}"/>
              </a:ext>
            </a:extLst>
          </p:cNvPr>
          <p:cNvSpPr>
            <a:spLocks noGrp="1"/>
          </p:cNvSpPr>
          <p:nvPr>
            <p:ph sz="quarter" idx="15" hasCustomPrompt="1"/>
          </p:nvPr>
        </p:nvSpPr>
        <p:spPr>
          <a:xfrm>
            <a:off x="6188315" y="3600775"/>
            <a:ext cx="5576048" cy="2318759"/>
          </a:xfrm>
          <a:prstGeom prst="rect">
            <a:avLst/>
          </a:prstGeom>
          <a:solidFill>
            <a:schemeClr val="bg1"/>
          </a:solidFill>
          <a:ln w="6350">
            <a:solidFill>
              <a:schemeClr val="bg1"/>
            </a:solidFill>
          </a:ln>
          <a:effectLst>
            <a:outerShdw blurRad="114300" dist="76200" dir="13500000" algn="br" rotWithShape="0">
              <a:prstClr val="black">
                <a:alpha val="2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Tree>
    <p:extLst>
      <p:ext uri="{BB962C8B-B14F-4D97-AF65-F5344CB8AC3E}">
        <p14:creationId xmlns:p14="http://schemas.microsoft.com/office/powerpoint/2010/main" val="1065037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F41D9-1BE2-BD57-0F8A-782923EE287B}"/>
              </a:ext>
            </a:extLst>
          </p:cNvPr>
          <p:cNvSpPr>
            <a:spLocks noGrp="1"/>
          </p:cNvSpPr>
          <p:nvPr>
            <p:ph type="title" hasCustomPrompt="1"/>
          </p:nvPr>
        </p:nvSpPr>
        <p:spPr>
          <a:xfrm>
            <a:off x="257323" y="143888"/>
            <a:ext cx="10514927" cy="737369"/>
          </a:xfrm>
        </p:spPr>
        <p:txBody>
          <a:bodyPr/>
          <a:lstStyle>
            <a:lvl1pPr>
              <a:defRPr>
                <a:latin typeface="Aptos" panose="020B0004020202020204" pitchFamily="34" charset="0"/>
              </a:defRPr>
            </a:lvl1pPr>
          </a:lstStyle>
          <a:p>
            <a:r>
              <a:rPr lang="en-GB"/>
              <a:t>Slide Title (3x2)</a:t>
            </a:r>
            <a:endParaRPr lang="en-NL"/>
          </a:p>
        </p:txBody>
      </p:sp>
      <p:sp>
        <p:nvSpPr>
          <p:cNvPr id="5" name="Content Placeholder 5">
            <a:extLst>
              <a:ext uri="{FF2B5EF4-FFF2-40B4-BE49-F238E27FC236}">
                <a16:creationId xmlns:a16="http://schemas.microsoft.com/office/drawing/2014/main" id="{2B320E7D-F467-0DD8-C784-725334C7FA6B}"/>
              </a:ext>
            </a:extLst>
          </p:cNvPr>
          <p:cNvSpPr>
            <a:spLocks noGrp="1"/>
          </p:cNvSpPr>
          <p:nvPr>
            <p:ph sz="quarter" idx="12" hasCustomPrompt="1"/>
          </p:nvPr>
        </p:nvSpPr>
        <p:spPr>
          <a:xfrm>
            <a:off x="387076" y="1175657"/>
            <a:ext cx="3618394" cy="2225072"/>
          </a:xfrm>
          <a:prstGeom prst="rect">
            <a:avLst/>
          </a:prstGeom>
          <a:solidFill>
            <a:schemeClr val="bg1"/>
          </a:solidFill>
          <a:ln w="6350">
            <a:solidFill>
              <a:schemeClr val="bg1"/>
            </a:solidFill>
          </a:ln>
          <a:effectLst>
            <a:outerShdw blurRad="101600" algn="ctr" rotWithShape="0">
              <a:prstClr val="black">
                <a:alpha val="3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6" name="Content Placeholder 5">
            <a:extLst>
              <a:ext uri="{FF2B5EF4-FFF2-40B4-BE49-F238E27FC236}">
                <a16:creationId xmlns:a16="http://schemas.microsoft.com/office/drawing/2014/main" id="{5D78731F-E7F5-D571-E54B-7FD3761335D2}"/>
              </a:ext>
            </a:extLst>
          </p:cNvPr>
          <p:cNvSpPr>
            <a:spLocks noGrp="1"/>
          </p:cNvSpPr>
          <p:nvPr>
            <p:ph sz="quarter" idx="13" hasCustomPrompt="1"/>
          </p:nvPr>
        </p:nvSpPr>
        <p:spPr>
          <a:xfrm>
            <a:off x="4286803" y="1175657"/>
            <a:ext cx="3618394" cy="2225072"/>
          </a:xfrm>
          <a:prstGeom prst="rect">
            <a:avLst/>
          </a:prstGeom>
          <a:solidFill>
            <a:schemeClr val="bg1"/>
          </a:solidFill>
          <a:ln w="6350">
            <a:solidFill>
              <a:schemeClr val="bg1"/>
            </a:solidFill>
          </a:ln>
          <a:effectLst>
            <a:outerShdw blurRad="101600" algn="ctr" rotWithShape="0">
              <a:prstClr val="black">
                <a:alpha val="3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3" name="Content Placeholder 5">
            <a:extLst>
              <a:ext uri="{FF2B5EF4-FFF2-40B4-BE49-F238E27FC236}">
                <a16:creationId xmlns:a16="http://schemas.microsoft.com/office/drawing/2014/main" id="{4561CA34-BE6B-40C3-086A-A92FD4A0A8C3}"/>
              </a:ext>
            </a:extLst>
          </p:cNvPr>
          <p:cNvSpPr>
            <a:spLocks noGrp="1"/>
          </p:cNvSpPr>
          <p:nvPr>
            <p:ph sz="quarter" idx="14" hasCustomPrompt="1"/>
          </p:nvPr>
        </p:nvSpPr>
        <p:spPr>
          <a:xfrm>
            <a:off x="387076" y="3647619"/>
            <a:ext cx="3618394" cy="2225072"/>
          </a:xfrm>
          <a:prstGeom prst="rect">
            <a:avLst/>
          </a:prstGeom>
          <a:solidFill>
            <a:schemeClr val="bg1"/>
          </a:solidFill>
          <a:ln w="6350">
            <a:solidFill>
              <a:schemeClr val="bg1"/>
            </a:solidFill>
          </a:ln>
          <a:effectLst>
            <a:outerShdw blurRad="101600" algn="ctr" rotWithShape="0">
              <a:prstClr val="black">
                <a:alpha val="3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7" name="Content Placeholder 5">
            <a:extLst>
              <a:ext uri="{FF2B5EF4-FFF2-40B4-BE49-F238E27FC236}">
                <a16:creationId xmlns:a16="http://schemas.microsoft.com/office/drawing/2014/main" id="{4301EE32-DC84-6D51-D430-E76DEF2D9EDB}"/>
              </a:ext>
            </a:extLst>
          </p:cNvPr>
          <p:cNvSpPr>
            <a:spLocks noGrp="1"/>
          </p:cNvSpPr>
          <p:nvPr>
            <p:ph sz="quarter" idx="15" hasCustomPrompt="1"/>
          </p:nvPr>
        </p:nvSpPr>
        <p:spPr>
          <a:xfrm>
            <a:off x="4286803" y="3647619"/>
            <a:ext cx="3618394" cy="2225072"/>
          </a:xfrm>
          <a:prstGeom prst="rect">
            <a:avLst/>
          </a:prstGeom>
          <a:solidFill>
            <a:schemeClr val="bg1"/>
          </a:solidFill>
          <a:ln w="6350">
            <a:solidFill>
              <a:schemeClr val="bg1"/>
            </a:solidFill>
          </a:ln>
          <a:effectLst>
            <a:outerShdw blurRad="101600" algn="ctr" rotWithShape="0">
              <a:prstClr val="black">
                <a:alpha val="3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8" name="Content Placeholder 5">
            <a:extLst>
              <a:ext uri="{FF2B5EF4-FFF2-40B4-BE49-F238E27FC236}">
                <a16:creationId xmlns:a16="http://schemas.microsoft.com/office/drawing/2014/main" id="{EFAD4D47-20E9-1BA4-2B36-096DB626814C}"/>
              </a:ext>
            </a:extLst>
          </p:cNvPr>
          <p:cNvSpPr>
            <a:spLocks noGrp="1"/>
          </p:cNvSpPr>
          <p:nvPr>
            <p:ph sz="quarter" idx="16" hasCustomPrompt="1"/>
          </p:nvPr>
        </p:nvSpPr>
        <p:spPr>
          <a:xfrm>
            <a:off x="8196469" y="1175657"/>
            <a:ext cx="3618394" cy="2225072"/>
          </a:xfrm>
          <a:prstGeom prst="rect">
            <a:avLst/>
          </a:prstGeom>
          <a:solidFill>
            <a:schemeClr val="bg1"/>
          </a:solidFill>
          <a:ln w="6350">
            <a:solidFill>
              <a:schemeClr val="bg1"/>
            </a:solidFill>
          </a:ln>
          <a:effectLst>
            <a:outerShdw blurRad="101600" algn="ctr" rotWithShape="0">
              <a:prstClr val="black">
                <a:alpha val="3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9" name="Content Placeholder 5">
            <a:extLst>
              <a:ext uri="{FF2B5EF4-FFF2-40B4-BE49-F238E27FC236}">
                <a16:creationId xmlns:a16="http://schemas.microsoft.com/office/drawing/2014/main" id="{0EB634EF-8013-6E69-FBF8-FA0E5376EE85}"/>
              </a:ext>
            </a:extLst>
          </p:cNvPr>
          <p:cNvSpPr>
            <a:spLocks noGrp="1"/>
          </p:cNvSpPr>
          <p:nvPr>
            <p:ph sz="quarter" idx="17" hasCustomPrompt="1"/>
          </p:nvPr>
        </p:nvSpPr>
        <p:spPr>
          <a:xfrm>
            <a:off x="8196469" y="3647619"/>
            <a:ext cx="3618394" cy="2225072"/>
          </a:xfrm>
          <a:prstGeom prst="rect">
            <a:avLst/>
          </a:prstGeom>
          <a:solidFill>
            <a:schemeClr val="bg1"/>
          </a:solidFill>
          <a:ln w="6350">
            <a:solidFill>
              <a:schemeClr val="bg1"/>
            </a:solidFill>
          </a:ln>
          <a:effectLst>
            <a:outerShdw blurRad="101600" algn="ctr" rotWithShape="0">
              <a:prstClr val="black">
                <a:alpha val="30000"/>
              </a:prstClr>
            </a:outerShdw>
          </a:effectLst>
        </p:spPr>
        <p:txBody>
          <a:bodyPr vert="horz" lIns="9000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1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Tree>
    <p:extLst>
      <p:ext uri="{BB962C8B-B14F-4D97-AF65-F5344CB8AC3E}">
        <p14:creationId xmlns:p14="http://schemas.microsoft.com/office/powerpoint/2010/main" val="32544288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igh level PoV">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F41D9-1BE2-BD57-0F8A-782923EE287B}"/>
              </a:ext>
            </a:extLst>
          </p:cNvPr>
          <p:cNvSpPr>
            <a:spLocks noGrp="1"/>
          </p:cNvSpPr>
          <p:nvPr>
            <p:ph type="title" hasCustomPrompt="1"/>
          </p:nvPr>
        </p:nvSpPr>
        <p:spPr>
          <a:xfrm>
            <a:off x="257323" y="143888"/>
            <a:ext cx="10514927" cy="737369"/>
          </a:xfrm>
        </p:spPr>
        <p:txBody>
          <a:bodyPr/>
          <a:lstStyle>
            <a:lvl1pPr marL="0" marR="0" indent="0" algn="l" defTabSz="1219110" rtl="0" eaLnBrk="1" fontAlgn="auto" latinLnBrk="0" hangingPunct="1">
              <a:lnSpc>
                <a:spcPct val="90000"/>
              </a:lnSpc>
              <a:spcBef>
                <a:spcPct val="0"/>
              </a:spcBef>
              <a:spcAft>
                <a:spcPts val="0"/>
              </a:spcAft>
              <a:buClrTx/>
              <a:buSzTx/>
              <a:buFontTx/>
              <a:buNone/>
              <a:tabLst/>
              <a:defRPr>
                <a:latin typeface="Aptos" panose="020B0004020202020204" pitchFamily="34" charset="0"/>
              </a:defRPr>
            </a:lvl1pPr>
          </a:lstStyle>
          <a:p>
            <a:r>
              <a:rPr lang="en-GB"/>
              <a:t>Slide Title (High level </a:t>
            </a:r>
            <a:r>
              <a:rPr lang="en-GB" err="1"/>
              <a:t>PoV</a:t>
            </a:r>
            <a:r>
              <a:rPr lang="en-GB"/>
              <a:t>) </a:t>
            </a:r>
            <a:endParaRPr lang="en-NL"/>
          </a:p>
        </p:txBody>
      </p:sp>
      <p:sp>
        <p:nvSpPr>
          <p:cNvPr id="5" name="Content Placeholder 5">
            <a:extLst>
              <a:ext uri="{FF2B5EF4-FFF2-40B4-BE49-F238E27FC236}">
                <a16:creationId xmlns:a16="http://schemas.microsoft.com/office/drawing/2014/main" id="{2B320E7D-F467-0DD8-C784-725334C7FA6B}"/>
              </a:ext>
            </a:extLst>
          </p:cNvPr>
          <p:cNvSpPr>
            <a:spLocks noGrp="1"/>
          </p:cNvSpPr>
          <p:nvPr>
            <p:ph sz="quarter" idx="12" hasCustomPrompt="1"/>
          </p:nvPr>
        </p:nvSpPr>
        <p:spPr>
          <a:xfrm>
            <a:off x="381000" y="1119187"/>
            <a:ext cx="3982278" cy="4844225"/>
          </a:xfrm>
          <a:prstGeom prst="rect">
            <a:avLst/>
          </a:prstGeom>
        </p:spPr>
        <p:txBody>
          <a:bodyPr vert="horz" lIns="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13" name="Content Placeholder 5">
            <a:extLst>
              <a:ext uri="{FF2B5EF4-FFF2-40B4-BE49-F238E27FC236}">
                <a16:creationId xmlns:a16="http://schemas.microsoft.com/office/drawing/2014/main" id="{61AA0CD3-8BAF-72B5-4E87-EE6FBF13A0F6}"/>
              </a:ext>
            </a:extLst>
          </p:cNvPr>
          <p:cNvSpPr>
            <a:spLocks noGrp="1"/>
          </p:cNvSpPr>
          <p:nvPr>
            <p:ph sz="quarter" idx="28" hasCustomPrompt="1"/>
          </p:nvPr>
        </p:nvSpPr>
        <p:spPr>
          <a:xfrm>
            <a:off x="6617331" y="1137189"/>
            <a:ext cx="5248098" cy="1008540"/>
          </a:xfrm>
          <a:prstGeom prst="rect">
            <a:avLst/>
          </a:prstGeom>
          <a:solidFill>
            <a:schemeClr val="bg1"/>
          </a:solidFill>
          <a:ln w="25400">
            <a:solidFill>
              <a:schemeClr val="tx1">
                <a:lumMod val="75000"/>
                <a:lumOff val="25000"/>
              </a:schemeClr>
            </a:solidFill>
          </a:ln>
          <a:effectLst>
            <a:outerShdw blurRad="101600" algn="ctr" rotWithShape="0">
              <a:prstClr val="black">
                <a:alpha val="30000"/>
              </a:prstClr>
            </a:outerShdw>
          </a:effectLst>
        </p:spPr>
        <p:txBody>
          <a:bodyPr anchor="ctr">
            <a:normAutofit/>
          </a:bodyPr>
          <a:lstStyle>
            <a:lvl1pPr marL="0" indent="0">
              <a:spcBef>
                <a:spcPts val="600"/>
              </a:spcBef>
              <a:buClr>
                <a:schemeClr val="bg2"/>
              </a:buClr>
              <a:buNone/>
              <a:defRPr sz="1800">
                <a:latin typeface="Aptos" panose="020B0004020202020204" pitchFamily="34" charset="0"/>
              </a:defRPr>
            </a:lvl1pPr>
            <a:lvl2pPr marL="266700" indent="-266700">
              <a:spcBef>
                <a:spcPts val="600"/>
              </a:spcBef>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 bullet points here</a:t>
            </a:r>
          </a:p>
          <a:p>
            <a:pPr lvl="1"/>
            <a:r>
              <a:rPr lang="en-GB"/>
              <a:t>Second level</a:t>
            </a:r>
          </a:p>
        </p:txBody>
      </p:sp>
      <p:sp>
        <p:nvSpPr>
          <p:cNvPr id="14" name="Content Placeholder 5">
            <a:extLst>
              <a:ext uri="{FF2B5EF4-FFF2-40B4-BE49-F238E27FC236}">
                <a16:creationId xmlns:a16="http://schemas.microsoft.com/office/drawing/2014/main" id="{B94B8D23-90D5-DAF3-6CCC-C4925738843B}"/>
              </a:ext>
            </a:extLst>
          </p:cNvPr>
          <p:cNvSpPr>
            <a:spLocks noGrp="1"/>
          </p:cNvSpPr>
          <p:nvPr>
            <p:ph sz="quarter" idx="22" hasCustomPrompt="1"/>
          </p:nvPr>
        </p:nvSpPr>
        <p:spPr>
          <a:xfrm>
            <a:off x="6617331" y="2402727"/>
            <a:ext cx="5248098" cy="1008540"/>
          </a:xfrm>
          <a:prstGeom prst="rect">
            <a:avLst/>
          </a:prstGeom>
          <a:solidFill>
            <a:schemeClr val="bg1"/>
          </a:solidFill>
          <a:ln w="25400">
            <a:solidFill>
              <a:schemeClr val="tx1">
                <a:lumMod val="65000"/>
                <a:lumOff val="35000"/>
              </a:schemeClr>
            </a:solidFill>
          </a:ln>
          <a:effectLst>
            <a:outerShdw blurRad="101600" algn="ctr" rotWithShape="0">
              <a:prstClr val="black">
                <a:alpha val="30000"/>
              </a:prstClr>
            </a:outerShdw>
          </a:effectLst>
        </p:spPr>
        <p:txBody>
          <a:bodyPr anchor="ctr">
            <a:normAutofit/>
          </a:bodyPr>
          <a:lstStyle>
            <a:lvl1pPr marL="0" indent="0">
              <a:spcBef>
                <a:spcPts val="600"/>
              </a:spcBef>
              <a:buClr>
                <a:schemeClr val="bg2"/>
              </a:buClr>
              <a:buNone/>
              <a:defRPr sz="1800">
                <a:latin typeface="Aptos" panose="020B0004020202020204" pitchFamily="34" charset="0"/>
              </a:defRPr>
            </a:lvl1pPr>
            <a:lvl2pPr marL="266700" indent="-266700">
              <a:spcBef>
                <a:spcPts val="600"/>
              </a:spcBef>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 bullet points here</a:t>
            </a:r>
          </a:p>
          <a:p>
            <a:pPr lvl="1"/>
            <a:r>
              <a:rPr lang="en-GB"/>
              <a:t>Second level</a:t>
            </a:r>
          </a:p>
        </p:txBody>
      </p:sp>
      <p:sp>
        <p:nvSpPr>
          <p:cNvPr id="15" name="Content Placeholder 5">
            <a:extLst>
              <a:ext uri="{FF2B5EF4-FFF2-40B4-BE49-F238E27FC236}">
                <a16:creationId xmlns:a16="http://schemas.microsoft.com/office/drawing/2014/main" id="{8622D21B-6052-3443-E868-9AE14E44E635}"/>
              </a:ext>
            </a:extLst>
          </p:cNvPr>
          <p:cNvSpPr>
            <a:spLocks noGrp="1"/>
          </p:cNvSpPr>
          <p:nvPr>
            <p:ph sz="quarter" idx="24" hasCustomPrompt="1"/>
          </p:nvPr>
        </p:nvSpPr>
        <p:spPr>
          <a:xfrm>
            <a:off x="6617331" y="3679042"/>
            <a:ext cx="5248098" cy="1008540"/>
          </a:xfrm>
          <a:prstGeom prst="rect">
            <a:avLst/>
          </a:prstGeom>
          <a:solidFill>
            <a:schemeClr val="bg1"/>
          </a:solidFill>
          <a:ln w="25400">
            <a:solidFill>
              <a:schemeClr val="bg1">
                <a:lumMod val="50000"/>
                <a:alpha val="75000"/>
              </a:schemeClr>
            </a:solidFill>
          </a:ln>
          <a:effectLst>
            <a:outerShdw blurRad="101600" algn="ctr" rotWithShape="0">
              <a:prstClr val="black">
                <a:alpha val="30000"/>
              </a:prstClr>
            </a:outerShdw>
          </a:effectLst>
        </p:spPr>
        <p:txBody>
          <a:bodyPr anchor="ctr">
            <a:normAutofit/>
          </a:bodyPr>
          <a:lstStyle>
            <a:lvl1pPr marL="0" indent="0">
              <a:spcBef>
                <a:spcPts val="600"/>
              </a:spcBef>
              <a:buClr>
                <a:schemeClr val="bg2"/>
              </a:buClr>
              <a:buNone/>
              <a:defRPr sz="1800">
                <a:latin typeface="Aptos" panose="020B0004020202020204" pitchFamily="34" charset="0"/>
              </a:defRPr>
            </a:lvl1pPr>
            <a:lvl2pPr marL="266700" indent="-266700">
              <a:spcBef>
                <a:spcPts val="600"/>
              </a:spcBef>
              <a:buClr>
                <a:schemeClr val="bg2"/>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 bullet points here</a:t>
            </a:r>
          </a:p>
          <a:p>
            <a:pPr lvl="1"/>
            <a:r>
              <a:rPr lang="en-GB"/>
              <a:t>Second level</a:t>
            </a:r>
          </a:p>
        </p:txBody>
      </p:sp>
      <p:sp>
        <p:nvSpPr>
          <p:cNvPr id="16" name="Content Placeholder 5">
            <a:extLst>
              <a:ext uri="{FF2B5EF4-FFF2-40B4-BE49-F238E27FC236}">
                <a16:creationId xmlns:a16="http://schemas.microsoft.com/office/drawing/2014/main" id="{CD62DABD-95DB-EFEE-2E36-86BEADDB02B8}"/>
              </a:ext>
            </a:extLst>
          </p:cNvPr>
          <p:cNvSpPr>
            <a:spLocks noGrp="1"/>
          </p:cNvSpPr>
          <p:nvPr>
            <p:ph sz="quarter" idx="26" hasCustomPrompt="1"/>
          </p:nvPr>
        </p:nvSpPr>
        <p:spPr>
          <a:xfrm>
            <a:off x="6617331" y="4954938"/>
            <a:ext cx="5248098" cy="1008540"/>
          </a:xfrm>
          <a:prstGeom prst="rect">
            <a:avLst/>
          </a:prstGeom>
          <a:solidFill>
            <a:schemeClr val="bg1"/>
          </a:solidFill>
          <a:ln w="25400">
            <a:solidFill>
              <a:schemeClr val="bg1">
                <a:lumMod val="65000"/>
              </a:schemeClr>
            </a:solidFill>
          </a:ln>
          <a:effectLst>
            <a:outerShdw blurRad="101600" algn="ctr" rotWithShape="0">
              <a:prstClr val="black">
                <a:alpha val="30000"/>
              </a:prstClr>
            </a:outerShdw>
          </a:effectLst>
        </p:spPr>
        <p:txBody>
          <a:bodyPr anchor="ctr">
            <a:normAutofit/>
          </a:bodyPr>
          <a:lstStyle>
            <a:lvl1pPr marL="0" indent="0">
              <a:spcBef>
                <a:spcPts val="600"/>
              </a:spcBef>
              <a:buClr>
                <a:schemeClr val="bg2"/>
              </a:buClr>
              <a:buNone/>
              <a:defRPr sz="1800">
                <a:latin typeface="Aptos" panose="020B0004020202020204" pitchFamily="34" charset="0"/>
              </a:defRPr>
            </a:lvl1pPr>
            <a:lvl2pPr marL="266700" indent="-266700">
              <a:spcBef>
                <a:spcPts val="600"/>
              </a:spcBef>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 bullet points here</a:t>
            </a:r>
          </a:p>
          <a:p>
            <a:pPr lvl="1"/>
            <a:r>
              <a:rPr lang="en-GB"/>
              <a:t>Second level</a:t>
            </a:r>
          </a:p>
        </p:txBody>
      </p:sp>
      <p:sp>
        <p:nvSpPr>
          <p:cNvPr id="8" name="Text Placeholder 14">
            <a:extLst>
              <a:ext uri="{FF2B5EF4-FFF2-40B4-BE49-F238E27FC236}">
                <a16:creationId xmlns:a16="http://schemas.microsoft.com/office/drawing/2014/main" id="{B66B17AC-FBC0-D702-CEC5-2E314FE88E18}"/>
              </a:ext>
            </a:extLst>
          </p:cNvPr>
          <p:cNvSpPr>
            <a:spLocks noGrp="1"/>
          </p:cNvSpPr>
          <p:nvPr>
            <p:ph type="body" sz="quarter" idx="21" hasCustomPrompt="1"/>
          </p:nvPr>
        </p:nvSpPr>
        <p:spPr>
          <a:xfrm>
            <a:off x="4724400" y="1137479"/>
            <a:ext cx="1893385" cy="1008184"/>
          </a:xfrm>
          <a:prstGeom prst="rect">
            <a:avLst/>
          </a:prstGeom>
          <a:solidFill>
            <a:schemeClr val="tx1">
              <a:lumMod val="75000"/>
              <a:lumOff val="25000"/>
            </a:schemeClr>
          </a:solidFill>
          <a:ln w="25400">
            <a:solidFill>
              <a:schemeClr val="tx1">
                <a:lumMod val="75000"/>
                <a:lumOff val="25000"/>
              </a:schemeClr>
            </a:solidFill>
          </a:ln>
          <a:effectLst>
            <a:outerShdw blurRad="101600" algn="ctr" rotWithShape="0">
              <a:prstClr val="black">
                <a:alpha val="30000"/>
              </a:prstClr>
            </a:outerShdw>
          </a:effectLst>
        </p:spPr>
        <p:txBody>
          <a:bodyPr lIns="144000" anchor="ctr">
            <a:normAutofit/>
          </a:bodyPr>
          <a:lstStyle>
            <a:lvl1pPr marL="0" indent="0" algn="l">
              <a:buNone/>
              <a:defRPr sz="2400" b="1">
                <a:solidFill>
                  <a:schemeClr val="bg1"/>
                </a:solidFill>
                <a:latin typeface="Aptos" panose="020B0004020202020204" pitchFamily="34" charset="0"/>
              </a:defRPr>
            </a:lvl1pPr>
          </a:lstStyle>
          <a:p>
            <a:pPr lvl="0"/>
            <a:r>
              <a:rPr lang="en-GB"/>
              <a:t>Section Title Here</a:t>
            </a:r>
          </a:p>
        </p:txBody>
      </p:sp>
      <p:sp>
        <p:nvSpPr>
          <p:cNvPr id="9" name="Text Placeholder 14">
            <a:extLst>
              <a:ext uri="{FF2B5EF4-FFF2-40B4-BE49-F238E27FC236}">
                <a16:creationId xmlns:a16="http://schemas.microsoft.com/office/drawing/2014/main" id="{C14DD33E-D36B-98F9-82B6-F55EC77D2D93}"/>
              </a:ext>
            </a:extLst>
          </p:cNvPr>
          <p:cNvSpPr>
            <a:spLocks noGrp="1"/>
          </p:cNvSpPr>
          <p:nvPr>
            <p:ph type="body" sz="quarter" idx="23" hasCustomPrompt="1"/>
          </p:nvPr>
        </p:nvSpPr>
        <p:spPr>
          <a:xfrm>
            <a:off x="4724400" y="2403436"/>
            <a:ext cx="1893385" cy="1008184"/>
          </a:xfrm>
          <a:prstGeom prst="rect">
            <a:avLst/>
          </a:prstGeom>
          <a:solidFill>
            <a:schemeClr val="tx1">
              <a:lumMod val="65000"/>
              <a:lumOff val="35000"/>
            </a:schemeClr>
          </a:solidFill>
          <a:ln w="25400">
            <a:solidFill>
              <a:schemeClr val="tx1">
                <a:lumMod val="65000"/>
                <a:lumOff val="35000"/>
              </a:schemeClr>
            </a:solidFill>
          </a:ln>
          <a:effectLst>
            <a:outerShdw blurRad="101600" algn="ctr" rotWithShape="0">
              <a:prstClr val="black">
                <a:alpha val="30000"/>
              </a:prstClr>
            </a:outerShdw>
          </a:effectLst>
        </p:spPr>
        <p:txBody>
          <a:bodyPr lIns="144000" anchor="ctr">
            <a:normAutofit/>
          </a:bodyPr>
          <a:lstStyle>
            <a:lvl1pPr marL="0" indent="0" algn="l">
              <a:buNone/>
              <a:defRPr sz="2400" b="1">
                <a:solidFill>
                  <a:schemeClr val="bg1"/>
                </a:solidFill>
                <a:latin typeface="Aptos" panose="020B0004020202020204" pitchFamily="34" charset="0"/>
              </a:defRPr>
            </a:lvl1pPr>
          </a:lstStyle>
          <a:p>
            <a:pPr lvl="0"/>
            <a:r>
              <a:rPr lang="en-GB"/>
              <a:t>Section Title Here</a:t>
            </a:r>
          </a:p>
        </p:txBody>
      </p:sp>
      <p:sp>
        <p:nvSpPr>
          <p:cNvPr id="11" name="Text Placeholder 14">
            <a:extLst>
              <a:ext uri="{FF2B5EF4-FFF2-40B4-BE49-F238E27FC236}">
                <a16:creationId xmlns:a16="http://schemas.microsoft.com/office/drawing/2014/main" id="{C9B22B63-8ACA-35B1-B412-445D5EA19DC9}"/>
              </a:ext>
            </a:extLst>
          </p:cNvPr>
          <p:cNvSpPr>
            <a:spLocks noGrp="1"/>
          </p:cNvSpPr>
          <p:nvPr>
            <p:ph type="body" sz="quarter" idx="25" hasCustomPrompt="1"/>
          </p:nvPr>
        </p:nvSpPr>
        <p:spPr>
          <a:xfrm>
            <a:off x="4724400" y="3679332"/>
            <a:ext cx="1893385" cy="1008184"/>
          </a:xfrm>
          <a:prstGeom prst="rect">
            <a:avLst/>
          </a:prstGeom>
          <a:solidFill>
            <a:schemeClr val="bg1">
              <a:lumMod val="50000"/>
            </a:schemeClr>
          </a:solidFill>
          <a:ln w="25400">
            <a:solidFill>
              <a:schemeClr val="bg1">
                <a:lumMod val="50000"/>
                <a:alpha val="75000"/>
              </a:schemeClr>
            </a:solidFill>
          </a:ln>
          <a:effectLst>
            <a:outerShdw blurRad="101600" algn="ctr" rotWithShape="0">
              <a:prstClr val="black">
                <a:alpha val="30000"/>
              </a:prstClr>
            </a:outerShdw>
          </a:effectLst>
        </p:spPr>
        <p:txBody>
          <a:bodyPr lIns="144000" anchor="ctr">
            <a:normAutofit/>
          </a:bodyPr>
          <a:lstStyle>
            <a:lvl1pPr marL="0" indent="0" algn="l">
              <a:buNone/>
              <a:defRPr sz="2400" b="1">
                <a:solidFill>
                  <a:schemeClr val="bg1"/>
                </a:solidFill>
                <a:latin typeface="Aptos" panose="020B0004020202020204" pitchFamily="34" charset="0"/>
              </a:defRPr>
            </a:lvl1pPr>
          </a:lstStyle>
          <a:p>
            <a:pPr lvl="0"/>
            <a:r>
              <a:rPr lang="en-GB"/>
              <a:t>Section Title here</a:t>
            </a:r>
          </a:p>
        </p:txBody>
      </p:sp>
      <p:sp>
        <p:nvSpPr>
          <p:cNvPr id="12" name="Text Placeholder 14">
            <a:extLst>
              <a:ext uri="{FF2B5EF4-FFF2-40B4-BE49-F238E27FC236}">
                <a16:creationId xmlns:a16="http://schemas.microsoft.com/office/drawing/2014/main" id="{68D19097-4428-2A7D-F4DD-CA6ECC7D87E6}"/>
              </a:ext>
            </a:extLst>
          </p:cNvPr>
          <p:cNvSpPr>
            <a:spLocks noGrp="1"/>
          </p:cNvSpPr>
          <p:nvPr>
            <p:ph type="body" sz="quarter" idx="27" hasCustomPrompt="1"/>
          </p:nvPr>
        </p:nvSpPr>
        <p:spPr>
          <a:xfrm>
            <a:off x="4724400" y="4955228"/>
            <a:ext cx="1893385" cy="1008184"/>
          </a:xfrm>
          <a:prstGeom prst="rect">
            <a:avLst/>
          </a:prstGeom>
          <a:solidFill>
            <a:schemeClr val="bg1">
              <a:lumMod val="65000"/>
            </a:schemeClr>
          </a:solidFill>
          <a:ln w="25400">
            <a:solidFill>
              <a:schemeClr val="bg1">
                <a:lumMod val="65000"/>
              </a:schemeClr>
            </a:solidFill>
          </a:ln>
          <a:effectLst>
            <a:outerShdw blurRad="101600" algn="ctr" rotWithShape="0">
              <a:prstClr val="black">
                <a:alpha val="30000"/>
              </a:prstClr>
            </a:outerShdw>
          </a:effectLst>
        </p:spPr>
        <p:txBody>
          <a:bodyPr lIns="144000" anchor="ctr">
            <a:normAutofit/>
          </a:bodyPr>
          <a:lstStyle>
            <a:lvl1pPr marL="0" indent="0" algn="l">
              <a:buNone/>
              <a:defRPr sz="2400" b="1">
                <a:solidFill>
                  <a:schemeClr val="bg1"/>
                </a:solidFill>
                <a:latin typeface="Aptos" panose="020B0004020202020204" pitchFamily="34" charset="0"/>
              </a:defRPr>
            </a:lvl1pPr>
          </a:lstStyle>
          <a:p>
            <a:pPr lvl="0"/>
            <a:r>
              <a:rPr lang="en-GB"/>
              <a:t>Section Title Here</a:t>
            </a:r>
          </a:p>
        </p:txBody>
      </p:sp>
    </p:spTree>
    <p:extLst>
      <p:ext uri="{BB962C8B-B14F-4D97-AF65-F5344CB8AC3E}">
        <p14:creationId xmlns:p14="http://schemas.microsoft.com/office/powerpoint/2010/main" val="1463454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9969-AA58-8E7D-824A-4E725C801FD2}"/>
              </a:ext>
            </a:extLst>
          </p:cNvPr>
          <p:cNvSpPr>
            <a:spLocks noGrp="1"/>
          </p:cNvSpPr>
          <p:nvPr>
            <p:ph type="title" hasCustomPrompt="1"/>
          </p:nvPr>
        </p:nvSpPr>
        <p:spPr/>
        <p:txBody>
          <a:bodyPr/>
          <a:lstStyle>
            <a:lvl1pPr>
              <a:defRPr>
                <a:latin typeface="Aptos" panose="020B0004020202020204" pitchFamily="34" charset="0"/>
              </a:defRPr>
            </a:lvl1pPr>
          </a:lstStyle>
          <a:p>
            <a:r>
              <a:rPr lang="en-GB"/>
              <a:t>Slide Title (Quote)</a:t>
            </a:r>
            <a:endParaRPr lang="en-NL"/>
          </a:p>
        </p:txBody>
      </p:sp>
      <p:sp>
        <p:nvSpPr>
          <p:cNvPr id="3" name="Text Placeholder 6">
            <a:extLst>
              <a:ext uri="{FF2B5EF4-FFF2-40B4-BE49-F238E27FC236}">
                <a16:creationId xmlns:a16="http://schemas.microsoft.com/office/drawing/2014/main" id="{C814D839-52CE-8A70-3E61-C548EF3B1F7E}"/>
              </a:ext>
            </a:extLst>
          </p:cNvPr>
          <p:cNvSpPr>
            <a:spLocks noGrp="1"/>
          </p:cNvSpPr>
          <p:nvPr>
            <p:ph type="body" sz="quarter" idx="13" hasCustomPrompt="1"/>
          </p:nvPr>
        </p:nvSpPr>
        <p:spPr>
          <a:xfrm>
            <a:off x="0" y="2425700"/>
            <a:ext cx="12192000" cy="2006600"/>
          </a:xfrm>
          <a:prstGeom prst="rect">
            <a:avLst/>
          </a:prstGeom>
          <a:solidFill>
            <a:schemeClr val="bg1">
              <a:lumMod val="95000"/>
              <a:alpha val="80000"/>
            </a:schemeClr>
          </a:solidFill>
        </p:spPr>
        <p:txBody>
          <a:bodyPr>
            <a:normAutofit/>
          </a:bodyPr>
          <a:lstStyle>
            <a:lvl1pPr marL="0" indent="0">
              <a:buNone/>
              <a:defRPr sz="1200">
                <a:latin typeface="Aptos" panose="020B0004020202020204" pitchFamily="34" charset="0"/>
              </a:defRPr>
            </a:lvl1pPr>
          </a:lstStyle>
          <a:p>
            <a:pPr lvl="0"/>
            <a:r>
              <a:rPr lang="en-GB"/>
              <a:t>C</a:t>
            </a:r>
            <a:r>
              <a:rPr lang="en-NL"/>
              <a:t>lick and add space to make this grey block visable </a:t>
            </a:r>
          </a:p>
        </p:txBody>
      </p:sp>
      <p:sp>
        <p:nvSpPr>
          <p:cNvPr id="5" name="Content Placeholder 5">
            <a:extLst>
              <a:ext uri="{FF2B5EF4-FFF2-40B4-BE49-F238E27FC236}">
                <a16:creationId xmlns:a16="http://schemas.microsoft.com/office/drawing/2014/main" id="{496384FD-B9BC-D058-0B62-5C241E0DE63D}"/>
              </a:ext>
            </a:extLst>
          </p:cNvPr>
          <p:cNvSpPr>
            <a:spLocks noGrp="1"/>
          </p:cNvSpPr>
          <p:nvPr>
            <p:ph sz="quarter" idx="12" hasCustomPrompt="1"/>
          </p:nvPr>
        </p:nvSpPr>
        <p:spPr>
          <a:xfrm>
            <a:off x="346075" y="2763078"/>
            <a:ext cx="11510963" cy="1331844"/>
          </a:xfrm>
          <a:prstGeom prst="rect">
            <a:avLst/>
          </a:prstGeom>
        </p:spPr>
        <p:txBody>
          <a:bodyPr anchor="ctr">
            <a:normAutofit/>
          </a:bodyPr>
          <a:lstStyle>
            <a:lvl1pPr marL="0" indent="0">
              <a:buNone/>
              <a:defRPr sz="2400" b="1">
                <a:solidFill>
                  <a:schemeClr val="accent1"/>
                </a:solidFill>
                <a:latin typeface="Aptos" panose="020B0004020202020204" pitchFamily="34" charset="0"/>
              </a:defRPr>
            </a:lvl1pPr>
            <a:lvl2pPr>
              <a:defRPr sz="2000" b="1"/>
            </a:lvl2pPr>
          </a:lstStyle>
          <a:p>
            <a:pPr lvl="0"/>
            <a:r>
              <a:rPr lang="en-GB"/>
              <a:t>Use this slide to share a powerful quote to set the stage for what we are doing. The quote can be up to 3 lines long.</a:t>
            </a:r>
          </a:p>
        </p:txBody>
      </p:sp>
    </p:spTree>
    <p:extLst>
      <p:ext uri="{BB962C8B-B14F-4D97-AF65-F5344CB8AC3E}">
        <p14:creationId xmlns:p14="http://schemas.microsoft.com/office/powerpoint/2010/main" val="40562614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9969-AA58-8E7D-824A-4E725C801FD2}"/>
              </a:ext>
            </a:extLst>
          </p:cNvPr>
          <p:cNvSpPr>
            <a:spLocks noGrp="1"/>
          </p:cNvSpPr>
          <p:nvPr>
            <p:ph type="title" hasCustomPrompt="1"/>
          </p:nvPr>
        </p:nvSpPr>
        <p:spPr/>
        <p:txBody>
          <a:bodyPr/>
          <a:lstStyle>
            <a:lvl1pPr>
              <a:defRPr>
                <a:latin typeface="Aptos" panose="020B0004020202020204" pitchFamily="34" charset="0"/>
              </a:defRPr>
            </a:lvl1pPr>
          </a:lstStyle>
          <a:p>
            <a:r>
              <a:rPr lang="en-GB"/>
              <a:t>Slide Title (Standard Text)</a:t>
            </a:r>
            <a:endParaRPr lang="en-NL"/>
          </a:p>
        </p:txBody>
      </p:sp>
      <p:sp>
        <p:nvSpPr>
          <p:cNvPr id="3" name="Content Placeholder 5">
            <a:extLst>
              <a:ext uri="{FF2B5EF4-FFF2-40B4-BE49-F238E27FC236}">
                <a16:creationId xmlns:a16="http://schemas.microsoft.com/office/drawing/2014/main" id="{B89E1E88-2F52-6C4D-92A6-2C48E5AEDA50}"/>
              </a:ext>
            </a:extLst>
          </p:cNvPr>
          <p:cNvSpPr>
            <a:spLocks noGrp="1"/>
          </p:cNvSpPr>
          <p:nvPr>
            <p:ph sz="quarter" idx="12" hasCustomPrompt="1"/>
          </p:nvPr>
        </p:nvSpPr>
        <p:spPr>
          <a:xfrm>
            <a:off x="1395506" y="1128537"/>
            <a:ext cx="2489735" cy="1191044"/>
          </a:xfrm>
          <a:prstGeom prst="rect">
            <a:avLst/>
          </a:prstGeom>
          <a:solidFill>
            <a:schemeClr val="bg1"/>
          </a:solidFill>
          <a:ln w="19050">
            <a:solidFill>
              <a:schemeClr val="tx1">
                <a:lumMod val="65000"/>
                <a:lumOff val="35000"/>
              </a:schemeClr>
            </a:solidFill>
          </a:ln>
          <a:effectLst>
            <a:outerShdw blurRad="101600" algn="ctr" rotWithShape="0">
              <a:prstClr val="black">
                <a:alpha val="30000"/>
              </a:prstClr>
            </a:outerShdw>
          </a:effectLst>
        </p:spPr>
        <p:txBody>
          <a:bodyPr anchor="ctr">
            <a:normAutofit/>
          </a:bodyPr>
          <a:lstStyle>
            <a:lvl1pPr marL="0" indent="0">
              <a:buClr>
                <a:schemeClr val="bg2"/>
              </a:buClr>
              <a:buNone/>
              <a:defRPr sz="1800">
                <a:latin typeface="Aptos" panose="020B0004020202020204" pitchFamily="34" charset="0"/>
              </a:defRPr>
            </a:lvl1pPr>
            <a:lvl2pPr marL="266700" indent="-266700">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here</a:t>
            </a:r>
          </a:p>
          <a:p>
            <a:pPr lvl="1"/>
            <a:r>
              <a:rPr lang="en-GB"/>
              <a:t>Second level</a:t>
            </a:r>
          </a:p>
        </p:txBody>
      </p:sp>
      <p:sp>
        <p:nvSpPr>
          <p:cNvPr id="8" name="Content Placeholder 5">
            <a:extLst>
              <a:ext uri="{FF2B5EF4-FFF2-40B4-BE49-F238E27FC236}">
                <a16:creationId xmlns:a16="http://schemas.microsoft.com/office/drawing/2014/main" id="{7EB98DFF-4E06-533E-EE69-7A6E73277442}"/>
              </a:ext>
            </a:extLst>
          </p:cNvPr>
          <p:cNvSpPr>
            <a:spLocks noGrp="1"/>
          </p:cNvSpPr>
          <p:nvPr>
            <p:ph sz="quarter" idx="26" hasCustomPrompt="1"/>
          </p:nvPr>
        </p:nvSpPr>
        <p:spPr>
          <a:xfrm>
            <a:off x="1395506" y="2881736"/>
            <a:ext cx="2489735" cy="1191044"/>
          </a:xfrm>
          <a:prstGeom prst="rect">
            <a:avLst/>
          </a:prstGeom>
          <a:solidFill>
            <a:schemeClr val="bg1"/>
          </a:solidFill>
          <a:ln w="19050">
            <a:solidFill>
              <a:schemeClr val="bg1">
                <a:lumMod val="50000"/>
              </a:schemeClr>
            </a:solidFill>
          </a:ln>
          <a:effectLst>
            <a:outerShdw blurRad="101600" algn="ctr" rotWithShape="0">
              <a:prstClr val="black">
                <a:alpha val="30000"/>
              </a:prstClr>
            </a:outerShdw>
          </a:effectLst>
        </p:spPr>
        <p:txBody>
          <a:bodyPr anchor="ctr">
            <a:normAutofit/>
          </a:bodyPr>
          <a:lstStyle>
            <a:lvl1pPr marL="0" indent="0">
              <a:buClr>
                <a:schemeClr val="bg2"/>
              </a:buClr>
              <a:buNone/>
              <a:defRPr sz="1800">
                <a:latin typeface="Aptos" panose="020B0004020202020204" pitchFamily="34" charset="0"/>
              </a:defRPr>
            </a:lvl1pPr>
            <a:lvl2pPr marL="182563" indent="-182563">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here</a:t>
            </a:r>
          </a:p>
          <a:p>
            <a:pPr lvl="1"/>
            <a:r>
              <a:rPr lang="en-GB"/>
              <a:t>Second level</a:t>
            </a:r>
          </a:p>
        </p:txBody>
      </p:sp>
      <p:sp>
        <p:nvSpPr>
          <p:cNvPr id="11" name="Content Placeholder 5">
            <a:extLst>
              <a:ext uri="{FF2B5EF4-FFF2-40B4-BE49-F238E27FC236}">
                <a16:creationId xmlns:a16="http://schemas.microsoft.com/office/drawing/2014/main" id="{C4AF4D85-086D-8D01-D375-1705AD0410D6}"/>
              </a:ext>
            </a:extLst>
          </p:cNvPr>
          <p:cNvSpPr>
            <a:spLocks noGrp="1"/>
          </p:cNvSpPr>
          <p:nvPr>
            <p:ph sz="quarter" idx="32" hasCustomPrompt="1"/>
          </p:nvPr>
        </p:nvSpPr>
        <p:spPr>
          <a:xfrm>
            <a:off x="1395506" y="4636606"/>
            <a:ext cx="2489735" cy="1191044"/>
          </a:xfrm>
          <a:prstGeom prst="rect">
            <a:avLst/>
          </a:prstGeom>
          <a:solidFill>
            <a:schemeClr val="bg1"/>
          </a:solidFill>
          <a:ln w="19050">
            <a:solidFill>
              <a:schemeClr val="bg1">
                <a:lumMod val="75000"/>
              </a:schemeClr>
            </a:solidFill>
          </a:ln>
          <a:effectLst>
            <a:outerShdw blurRad="101600" algn="ctr" rotWithShape="0">
              <a:prstClr val="black">
                <a:alpha val="30000"/>
              </a:prstClr>
            </a:outerShdw>
          </a:effectLst>
        </p:spPr>
        <p:txBody>
          <a:bodyPr anchor="ctr">
            <a:normAutofit/>
          </a:bodyPr>
          <a:lstStyle>
            <a:lvl1pPr marL="0" indent="0">
              <a:buClr>
                <a:schemeClr val="bg2"/>
              </a:buClr>
              <a:buNone/>
              <a:defRPr sz="1800">
                <a:latin typeface="Aptos" panose="020B0004020202020204" pitchFamily="34" charset="0"/>
              </a:defRPr>
            </a:lvl1pPr>
            <a:lvl2pPr marL="215900" indent="-215900">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here</a:t>
            </a:r>
          </a:p>
          <a:p>
            <a:pPr lvl="1"/>
            <a:r>
              <a:rPr lang="en-GB"/>
              <a:t>Second level</a:t>
            </a:r>
          </a:p>
        </p:txBody>
      </p:sp>
      <p:sp>
        <p:nvSpPr>
          <p:cNvPr id="23" name="Content Placeholder 5">
            <a:extLst>
              <a:ext uri="{FF2B5EF4-FFF2-40B4-BE49-F238E27FC236}">
                <a16:creationId xmlns:a16="http://schemas.microsoft.com/office/drawing/2014/main" id="{4351CDD4-7FB8-26CF-A017-7CEA87423FCF}"/>
              </a:ext>
            </a:extLst>
          </p:cNvPr>
          <p:cNvSpPr>
            <a:spLocks noGrp="1"/>
          </p:cNvSpPr>
          <p:nvPr>
            <p:ph sz="quarter" idx="38" hasCustomPrompt="1"/>
          </p:nvPr>
        </p:nvSpPr>
        <p:spPr>
          <a:xfrm>
            <a:off x="5360933" y="1128537"/>
            <a:ext cx="2489735" cy="1191044"/>
          </a:xfrm>
          <a:prstGeom prst="rect">
            <a:avLst/>
          </a:prstGeom>
          <a:solidFill>
            <a:schemeClr val="bg1"/>
          </a:solidFill>
          <a:ln w="19050">
            <a:solidFill>
              <a:schemeClr val="tx1">
                <a:lumMod val="65000"/>
                <a:lumOff val="35000"/>
              </a:schemeClr>
            </a:solidFill>
          </a:ln>
          <a:effectLst>
            <a:outerShdw blurRad="101600" algn="ctr" rotWithShape="0">
              <a:prstClr val="black">
                <a:alpha val="30000"/>
              </a:prstClr>
            </a:outerShdw>
          </a:effectLst>
        </p:spPr>
        <p:txBody>
          <a:bodyPr anchor="ctr">
            <a:normAutofit/>
          </a:bodyPr>
          <a:lstStyle>
            <a:lvl1pPr marL="0" indent="0">
              <a:buClr>
                <a:schemeClr val="bg2"/>
              </a:buClr>
              <a:buNone/>
              <a:defRPr sz="1800">
                <a:latin typeface="Aptos" panose="020B0004020202020204" pitchFamily="34" charset="0"/>
              </a:defRPr>
            </a:lvl1pPr>
            <a:lvl2pPr marL="266700" indent="-266700">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here</a:t>
            </a:r>
          </a:p>
          <a:p>
            <a:pPr lvl="1"/>
            <a:r>
              <a:rPr lang="en-GB"/>
              <a:t>Second level</a:t>
            </a:r>
          </a:p>
        </p:txBody>
      </p:sp>
      <p:sp>
        <p:nvSpPr>
          <p:cNvPr id="24" name="Content Placeholder 5">
            <a:extLst>
              <a:ext uri="{FF2B5EF4-FFF2-40B4-BE49-F238E27FC236}">
                <a16:creationId xmlns:a16="http://schemas.microsoft.com/office/drawing/2014/main" id="{7575E81E-1318-5FB7-D262-691A5BC94C9F}"/>
              </a:ext>
            </a:extLst>
          </p:cNvPr>
          <p:cNvSpPr>
            <a:spLocks noGrp="1"/>
          </p:cNvSpPr>
          <p:nvPr>
            <p:ph sz="quarter" idx="39" hasCustomPrompt="1"/>
          </p:nvPr>
        </p:nvSpPr>
        <p:spPr>
          <a:xfrm>
            <a:off x="5360933" y="2881736"/>
            <a:ext cx="2489735" cy="1191044"/>
          </a:xfrm>
          <a:prstGeom prst="rect">
            <a:avLst/>
          </a:prstGeom>
          <a:solidFill>
            <a:schemeClr val="bg1"/>
          </a:solidFill>
          <a:ln w="19050">
            <a:solidFill>
              <a:schemeClr val="bg1">
                <a:lumMod val="50000"/>
              </a:schemeClr>
            </a:solidFill>
          </a:ln>
          <a:effectLst>
            <a:outerShdw blurRad="101600" algn="ctr" rotWithShape="0">
              <a:prstClr val="black">
                <a:alpha val="30000"/>
              </a:prstClr>
            </a:outerShdw>
          </a:effectLst>
        </p:spPr>
        <p:txBody>
          <a:bodyPr anchor="ctr">
            <a:normAutofit/>
          </a:bodyPr>
          <a:lstStyle>
            <a:lvl1pPr marL="0" indent="0">
              <a:buClr>
                <a:schemeClr val="bg2"/>
              </a:buClr>
              <a:buNone/>
              <a:defRPr sz="1800">
                <a:latin typeface="Aptos" panose="020B0004020202020204" pitchFamily="34" charset="0"/>
              </a:defRPr>
            </a:lvl1pPr>
            <a:lvl2pPr marL="182563" indent="-182563">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here</a:t>
            </a:r>
          </a:p>
          <a:p>
            <a:pPr lvl="1"/>
            <a:r>
              <a:rPr lang="en-GB"/>
              <a:t>Second level</a:t>
            </a:r>
          </a:p>
        </p:txBody>
      </p:sp>
      <p:sp>
        <p:nvSpPr>
          <p:cNvPr id="25" name="Content Placeholder 5">
            <a:extLst>
              <a:ext uri="{FF2B5EF4-FFF2-40B4-BE49-F238E27FC236}">
                <a16:creationId xmlns:a16="http://schemas.microsoft.com/office/drawing/2014/main" id="{D7324653-BD4C-744D-BF53-E99A3153EC07}"/>
              </a:ext>
            </a:extLst>
          </p:cNvPr>
          <p:cNvSpPr>
            <a:spLocks noGrp="1"/>
          </p:cNvSpPr>
          <p:nvPr>
            <p:ph sz="quarter" idx="40" hasCustomPrompt="1"/>
          </p:nvPr>
        </p:nvSpPr>
        <p:spPr>
          <a:xfrm>
            <a:off x="5360933" y="4636606"/>
            <a:ext cx="2489735" cy="1191044"/>
          </a:xfrm>
          <a:prstGeom prst="rect">
            <a:avLst/>
          </a:prstGeom>
          <a:solidFill>
            <a:schemeClr val="bg1"/>
          </a:solidFill>
          <a:ln w="19050">
            <a:solidFill>
              <a:schemeClr val="bg1">
                <a:lumMod val="75000"/>
              </a:schemeClr>
            </a:solidFill>
          </a:ln>
          <a:effectLst>
            <a:outerShdw blurRad="101600" algn="ctr" rotWithShape="0">
              <a:prstClr val="black">
                <a:alpha val="30000"/>
              </a:prstClr>
            </a:outerShdw>
          </a:effectLst>
        </p:spPr>
        <p:txBody>
          <a:bodyPr anchor="ctr">
            <a:normAutofit/>
          </a:bodyPr>
          <a:lstStyle>
            <a:lvl1pPr marL="0" indent="0">
              <a:buClr>
                <a:schemeClr val="bg2"/>
              </a:buClr>
              <a:buNone/>
              <a:defRPr sz="1800">
                <a:latin typeface="Aptos" panose="020B0004020202020204" pitchFamily="34" charset="0"/>
              </a:defRPr>
            </a:lvl1pPr>
            <a:lvl2pPr marL="215900" indent="-215900">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here</a:t>
            </a:r>
          </a:p>
          <a:p>
            <a:pPr lvl="1"/>
            <a:r>
              <a:rPr lang="en-GB"/>
              <a:t>Second level</a:t>
            </a:r>
          </a:p>
        </p:txBody>
      </p:sp>
      <p:sp>
        <p:nvSpPr>
          <p:cNvPr id="26" name="Content Placeholder 5">
            <a:extLst>
              <a:ext uri="{FF2B5EF4-FFF2-40B4-BE49-F238E27FC236}">
                <a16:creationId xmlns:a16="http://schemas.microsoft.com/office/drawing/2014/main" id="{1A91D2E3-9CCE-78D0-45B6-9B1C67431B44}"/>
              </a:ext>
            </a:extLst>
          </p:cNvPr>
          <p:cNvSpPr>
            <a:spLocks noGrp="1"/>
          </p:cNvSpPr>
          <p:nvPr>
            <p:ph sz="quarter" idx="41" hasCustomPrompt="1"/>
          </p:nvPr>
        </p:nvSpPr>
        <p:spPr>
          <a:xfrm>
            <a:off x="9326360" y="1128537"/>
            <a:ext cx="2489735" cy="1191044"/>
          </a:xfrm>
          <a:prstGeom prst="rect">
            <a:avLst/>
          </a:prstGeom>
          <a:solidFill>
            <a:schemeClr val="bg1"/>
          </a:solidFill>
          <a:ln w="19050">
            <a:solidFill>
              <a:schemeClr val="tx1">
                <a:lumMod val="65000"/>
                <a:lumOff val="35000"/>
              </a:schemeClr>
            </a:solidFill>
          </a:ln>
          <a:effectLst>
            <a:outerShdw blurRad="101600" algn="ctr" rotWithShape="0">
              <a:prstClr val="black">
                <a:alpha val="30000"/>
              </a:prstClr>
            </a:outerShdw>
          </a:effectLst>
        </p:spPr>
        <p:txBody>
          <a:bodyPr anchor="ctr">
            <a:normAutofit/>
          </a:bodyPr>
          <a:lstStyle>
            <a:lvl1pPr marL="0" indent="0">
              <a:buClr>
                <a:schemeClr val="bg2"/>
              </a:buClr>
              <a:buNone/>
              <a:defRPr sz="1800">
                <a:latin typeface="Aptos" panose="020B0004020202020204" pitchFamily="34" charset="0"/>
              </a:defRPr>
            </a:lvl1pPr>
            <a:lvl2pPr marL="266700" indent="-266700">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here</a:t>
            </a:r>
          </a:p>
          <a:p>
            <a:pPr lvl="1"/>
            <a:r>
              <a:rPr lang="en-GB"/>
              <a:t>Second level</a:t>
            </a:r>
          </a:p>
        </p:txBody>
      </p:sp>
      <p:sp>
        <p:nvSpPr>
          <p:cNvPr id="27" name="Content Placeholder 5">
            <a:extLst>
              <a:ext uri="{FF2B5EF4-FFF2-40B4-BE49-F238E27FC236}">
                <a16:creationId xmlns:a16="http://schemas.microsoft.com/office/drawing/2014/main" id="{B95A95CE-7DD9-934D-1998-EEC849F918C0}"/>
              </a:ext>
            </a:extLst>
          </p:cNvPr>
          <p:cNvSpPr>
            <a:spLocks noGrp="1"/>
          </p:cNvSpPr>
          <p:nvPr>
            <p:ph sz="quarter" idx="42" hasCustomPrompt="1"/>
          </p:nvPr>
        </p:nvSpPr>
        <p:spPr>
          <a:xfrm>
            <a:off x="9326360" y="2881736"/>
            <a:ext cx="2489735" cy="1191044"/>
          </a:xfrm>
          <a:prstGeom prst="rect">
            <a:avLst/>
          </a:prstGeom>
          <a:solidFill>
            <a:schemeClr val="bg1"/>
          </a:solidFill>
          <a:ln w="19050">
            <a:solidFill>
              <a:schemeClr val="bg1">
                <a:lumMod val="50000"/>
              </a:schemeClr>
            </a:solidFill>
          </a:ln>
          <a:effectLst>
            <a:outerShdw blurRad="101600" algn="ctr" rotWithShape="0">
              <a:prstClr val="black">
                <a:alpha val="30000"/>
              </a:prstClr>
            </a:outerShdw>
          </a:effectLst>
        </p:spPr>
        <p:txBody>
          <a:bodyPr anchor="ctr">
            <a:normAutofit/>
          </a:bodyPr>
          <a:lstStyle>
            <a:lvl1pPr marL="0" indent="0">
              <a:buClr>
                <a:schemeClr val="bg2"/>
              </a:buClr>
              <a:buNone/>
              <a:defRPr sz="1800">
                <a:latin typeface="Aptos" panose="020B0004020202020204" pitchFamily="34" charset="0"/>
              </a:defRPr>
            </a:lvl1pPr>
            <a:lvl2pPr marL="182563" indent="-182563">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here</a:t>
            </a:r>
          </a:p>
          <a:p>
            <a:pPr lvl="1"/>
            <a:r>
              <a:rPr lang="en-GB"/>
              <a:t>Second level</a:t>
            </a:r>
          </a:p>
        </p:txBody>
      </p:sp>
      <p:sp>
        <p:nvSpPr>
          <p:cNvPr id="28" name="Content Placeholder 5">
            <a:extLst>
              <a:ext uri="{FF2B5EF4-FFF2-40B4-BE49-F238E27FC236}">
                <a16:creationId xmlns:a16="http://schemas.microsoft.com/office/drawing/2014/main" id="{8057DF3A-0254-E4E3-5868-3E48B33781E6}"/>
              </a:ext>
            </a:extLst>
          </p:cNvPr>
          <p:cNvSpPr>
            <a:spLocks noGrp="1"/>
          </p:cNvSpPr>
          <p:nvPr>
            <p:ph sz="quarter" idx="43" hasCustomPrompt="1"/>
          </p:nvPr>
        </p:nvSpPr>
        <p:spPr>
          <a:xfrm>
            <a:off x="9326360" y="4636606"/>
            <a:ext cx="2489735" cy="1191044"/>
          </a:xfrm>
          <a:prstGeom prst="rect">
            <a:avLst/>
          </a:prstGeom>
          <a:solidFill>
            <a:schemeClr val="bg1"/>
          </a:solidFill>
          <a:ln w="19050">
            <a:solidFill>
              <a:schemeClr val="bg1">
                <a:lumMod val="75000"/>
              </a:schemeClr>
            </a:solidFill>
          </a:ln>
          <a:effectLst>
            <a:outerShdw blurRad="101600" algn="ctr" rotWithShape="0">
              <a:prstClr val="black">
                <a:alpha val="30000"/>
              </a:prstClr>
            </a:outerShdw>
          </a:effectLst>
        </p:spPr>
        <p:txBody>
          <a:bodyPr anchor="ctr">
            <a:normAutofit/>
          </a:bodyPr>
          <a:lstStyle>
            <a:lvl1pPr marL="0" indent="0">
              <a:buClr>
                <a:schemeClr val="bg2"/>
              </a:buClr>
              <a:buNone/>
              <a:defRPr sz="1800">
                <a:latin typeface="Aptos" panose="020B0004020202020204" pitchFamily="34" charset="0"/>
              </a:defRPr>
            </a:lvl1pPr>
            <a:lvl2pPr marL="215900" indent="-215900">
              <a:buClr>
                <a:schemeClr val="accent1"/>
              </a:buClr>
              <a:tabLst/>
              <a:defRPr sz="1600">
                <a:latin typeface="Aptos" panose="020B0004020202020204" pitchFamily="34" charset="0"/>
              </a:defRPr>
            </a:lvl2pPr>
            <a:lvl3pPr marL="452437" indent="0">
              <a:buNone/>
              <a:defRPr sz="1100"/>
            </a:lvl3pPr>
            <a:lvl4pPr>
              <a:defRPr sz="1050"/>
            </a:lvl4pPr>
            <a:lvl5pPr>
              <a:defRPr sz="1050"/>
            </a:lvl5pPr>
          </a:lstStyle>
          <a:p>
            <a:pPr lvl="0"/>
            <a:r>
              <a:rPr lang="en-GB"/>
              <a:t>Add Title / paragraph here</a:t>
            </a:r>
          </a:p>
          <a:p>
            <a:pPr lvl="1"/>
            <a:r>
              <a:rPr lang="en-GB"/>
              <a:t>Second level</a:t>
            </a:r>
          </a:p>
        </p:txBody>
      </p:sp>
      <p:sp>
        <p:nvSpPr>
          <p:cNvPr id="14" name="Text Placeholder 14">
            <a:extLst>
              <a:ext uri="{FF2B5EF4-FFF2-40B4-BE49-F238E27FC236}">
                <a16:creationId xmlns:a16="http://schemas.microsoft.com/office/drawing/2014/main" id="{52478487-E56D-D523-9DB1-7ABE6A9B04D9}"/>
              </a:ext>
            </a:extLst>
          </p:cNvPr>
          <p:cNvSpPr>
            <a:spLocks noGrp="1"/>
          </p:cNvSpPr>
          <p:nvPr>
            <p:ph type="body" sz="quarter" idx="21" hasCustomPrompt="1"/>
          </p:nvPr>
        </p:nvSpPr>
        <p:spPr>
          <a:xfrm>
            <a:off x="382404" y="1128850"/>
            <a:ext cx="1003163" cy="1190625"/>
          </a:xfrm>
          <a:prstGeom prst="rect">
            <a:avLst/>
          </a:prstGeom>
          <a:solidFill>
            <a:schemeClr val="tx1">
              <a:lumMod val="65000"/>
              <a:lumOff val="35000"/>
            </a:schemeClr>
          </a:solidFill>
          <a:ln w="19050">
            <a:solidFill>
              <a:schemeClr val="tx1">
                <a:lumMod val="65000"/>
                <a:lumOff val="35000"/>
              </a:schemeClr>
            </a:solidFill>
          </a:ln>
          <a:effectLst>
            <a:outerShdw blurRad="101600" algn="ctr" rotWithShape="0">
              <a:prstClr val="black">
                <a:alpha val="30000"/>
              </a:prstClr>
            </a:outerShdw>
          </a:effectLst>
        </p:spPr>
        <p:txBody>
          <a:bodyPr lIns="0" rIns="0" anchor="ctr">
            <a:noAutofit/>
          </a:bodyPr>
          <a:lstStyle>
            <a:lvl1pPr marL="0" indent="0" algn="ctr">
              <a:lnSpc>
                <a:spcPct val="100000"/>
              </a:lnSpc>
              <a:spcBef>
                <a:spcPts val="0"/>
              </a:spcBef>
              <a:buNone/>
              <a:defRPr sz="6000" b="1">
                <a:solidFill>
                  <a:schemeClr val="bg1"/>
                </a:solidFill>
                <a:latin typeface="Aptos" panose="020B0004020202020204" pitchFamily="34" charset="0"/>
              </a:defRPr>
            </a:lvl1pPr>
          </a:lstStyle>
          <a:p>
            <a:pPr lvl="0"/>
            <a:r>
              <a:rPr lang="en-GB"/>
              <a:t>0</a:t>
            </a:r>
          </a:p>
        </p:txBody>
      </p:sp>
      <p:sp>
        <p:nvSpPr>
          <p:cNvPr id="15" name="Text Placeholder 14">
            <a:extLst>
              <a:ext uri="{FF2B5EF4-FFF2-40B4-BE49-F238E27FC236}">
                <a16:creationId xmlns:a16="http://schemas.microsoft.com/office/drawing/2014/main" id="{3FC2686D-6F82-74EA-4CCD-4DE5291004D8}"/>
              </a:ext>
            </a:extLst>
          </p:cNvPr>
          <p:cNvSpPr>
            <a:spLocks noGrp="1"/>
          </p:cNvSpPr>
          <p:nvPr>
            <p:ph type="body" sz="quarter" idx="23" hasCustomPrompt="1"/>
          </p:nvPr>
        </p:nvSpPr>
        <p:spPr>
          <a:xfrm>
            <a:off x="8323197" y="1128537"/>
            <a:ext cx="1003163" cy="1190625"/>
          </a:xfrm>
          <a:prstGeom prst="rect">
            <a:avLst/>
          </a:prstGeom>
          <a:solidFill>
            <a:schemeClr val="tx1">
              <a:lumMod val="65000"/>
              <a:lumOff val="35000"/>
            </a:schemeClr>
          </a:solidFill>
          <a:ln w="19050">
            <a:solidFill>
              <a:schemeClr val="tx1">
                <a:lumMod val="65000"/>
                <a:lumOff val="35000"/>
              </a:schemeClr>
            </a:solidFill>
          </a:ln>
          <a:effectLst>
            <a:outerShdw blurRad="101600" algn="ctr" rotWithShape="0">
              <a:prstClr val="black">
                <a:alpha val="30000"/>
              </a:prstClr>
            </a:outerShdw>
          </a:effectLst>
        </p:spPr>
        <p:txBody>
          <a:bodyPr lIns="0" rIns="0" anchor="ctr">
            <a:noAutofit/>
          </a:bodyPr>
          <a:lstStyle>
            <a:lvl1pPr marL="0" indent="0" algn="ctr">
              <a:lnSpc>
                <a:spcPct val="100000"/>
              </a:lnSpc>
              <a:spcBef>
                <a:spcPts val="0"/>
              </a:spcBef>
              <a:buNone/>
              <a:defRPr sz="6000" b="1">
                <a:solidFill>
                  <a:schemeClr val="bg1"/>
                </a:solidFill>
                <a:latin typeface="Aptos" panose="020B0004020202020204" pitchFamily="34" charset="0"/>
              </a:defRPr>
            </a:lvl1pPr>
          </a:lstStyle>
          <a:p>
            <a:pPr lvl="0"/>
            <a:r>
              <a:rPr lang="en-GB"/>
              <a:t>0</a:t>
            </a:r>
          </a:p>
        </p:txBody>
      </p:sp>
      <p:sp>
        <p:nvSpPr>
          <p:cNvPr id="16" name="Text Placeholder 14">
            <a:extLst>
              <a:ext uri="{FF2B5EF4-FFF2-40B4-BE49-F238E27FC236}">
                <a16:creationId xmlns:a16="http://schemas.microsoft.com/office/drawing/2014/main" id="{96DD8F17-3C59-16BD-1237-39A17DA6C5D7}"/>
              </a:ext>
            </a:extLst>
          </p:cNvPr>
          <p:cNvSpPr>
            <a:spLocks noGrp="1"/>
          </p:cNvSpPr>
          <p:nvPr>
            <p:ph type="body" sz="quarter" idx="25" hasCustomPrompt="1"/>
          </p:nvPr>
        </p:nvSpPr>
        <p:spPr>
          <a:xfrm>
            <a:off x="4357770" y="1128224"/>
            <a:ext cx="1003163" cy="1190625"/>
          </a:xfrm>
          <a:prstGeom prst="rect">
            <a:avLst/>
          </a:prstGeom>
          <a:solidFill>
            <a:schemeClr val="tx1">
              <a:lumMod val="65000"/>
              <a:lumOff val="35000"/>
            </a:schemeClr>
          </a:solidFill>
          <a:ln w="19050">
            <a:solidFill>
              <a:schemeClr val="tx1">
                <a:lumMod val="65000"/>
                <a:lumOff val="35000"/>
              </a:schemeClr>
            </a:solidFill>
          </a:ln>
          <a:effectLst>
            <a:outerShdw blurRad="101600" algn="ctr" rotWithShape="0">
              <a:prstClr val="black">
                <a:alpha val="30000"/>
              </a:prstClr>
            </a:outerShdw>
          </a:effectLst>
        </p:spPr>
        <p:txBody>
          <a:bodyPr lIns="0" rIns="0" anchor="ctr">
            <a:noAutofit/>
          </a:bodyPr>
          <a:lstStyle>
            <a:lvl1pPr marL="0" indent="0" algn="ctr">
              <a:lnSpc>
                <a:spcPct val="100000"/>
              </a:lnSpc>
              <a:spcBef>
                <a:spcPts val="0"/>
              </a:spcBef>
              <a:buNone/>
              <a:defRPr sz="6000" b="1">
                <a:solidFill>
                  <a:schemeClr val="bg1"/>
                </a:solidFill>
                <a:latin typeface="Aptos" panose="020B0004020202020204" pitchFamily="34" charset="0"/>
              </a:defRPr>
            </a:lvl1pPr>
          </a:lstStyle>
          <a:p>
            <a:pPr lvl="0"/>
            <a:r>
              <a:rPr lang="en-GB"/>
              <a:t>0</a:t>
            </a:r>
          </a:p>
        </p:txBody>
      </p:sp>
      <p:sp>
        <p:nvSpPr>
          <p:cNvPr id="17" name="Text Placeholder 14">
            <a:extLst>
              <a:ext uri="{FF2B5EF4-FFF2-40B4-BE49-F238E27FC236}">
                <a16:creationId xmlns:a16="http://schemas.microsoft.com/office/drawing/2014/main" id="{122B1DEE-5D85-06C2-B8E5-BDBDB743EF42}"/>
              </a:ext>
            </a:extLst>
          </p:cNvPr>
          <p:cNvSpPr>
            <a:spLocks noGrp="1"/>
          </p:cNvSpPr>
          <p:nvPr>
            <p:ph type="body" sz="quarter" idx="27" hasCustomPrompt="1"/>
          </p:nvPr>
        </p:nvSpPr>
        <p:spPr>
          <a:xfrm>
            <a:off x="382404" y="2882049"/>
            <a:ext cx="1003163" cy="1190625"/>
          </a:xfrm>
          <a:prstGeom prst="rect">
            <a:avLst/>
          </a:prstGeom>
          <a:solidFill>
            <a:schemeClr val="bg1">
              <a:lumMod val="50000"/>
            </a:schemeClr>
          </a:solidFill>
          <a:ln w="19050">
            <a:solidFill>
              <a:schemeClr val="bg1">
                <a:lumMod val="50000"/>
              </a:schemeClr>
            </a:solidFill>
          </a:ln>
          <a:effectLst>
            <a:outerShdw blurRad="101600" algn="ctr" rotWithShape="0">
              <a:prstClr val="black">
                <a:alpha val="30000"/>
              </a:prstClr>
            </a:outerShdw>
          </a:effectLst>
        </p:spPr>
        <p:txBody>
          <a:bodyPr lIns="0" rIns="0" anchor="ctr">
            <a:noAutofit/>
          </a:bodyPr>
          <a:lstStyle>
            <a:lvl1pPr marL="0" indent="0" algn="ctr">
              <a:lnSpc>
                <a:spcPct val="100000"/>
              </a:lnSpc>
              <a:spcBef>
                <a:spcPts val="0"/>
              </a:spcBef>
              <a:buNone/>
              <a:defRPr sz="6000" b="1">
                <a:solidFill>
                  <a:schemeClr val="bg1"/>
                </a:solidFill>
                <a:latin typeface="Aptos" panose="020B0004020202020204" pitchFamily="34" charset="0"/>
              </a:defRPr>
            </a:lvl1pPr>
          </a:lstStyle>
          <a:p>
            <a:pPr lvl="0"/>
            <a:r>
              <a:rPr lang="en-GB"/>
              <a:t>0</a:t>
            </a:r>
          </a:p>
        </p:txBody>
      </p:sp>
      <p:sp>
        <p:nvSpPr>
          <p:cNvPr id="18" name="Text Placeholder 14">
            <a:extLst>
              <a:ext uri="{FF2B5EF4-FFF2-40B4-BE49-F238E27FC236}">
                <a16:creationId xmlns:a16="http://schemas.microsoft.com/office/drawing/2014/main" id="{F7621A8D-A71D-C87A-0097-E80C2BE9E051}"/>
              </a:ext>
            </a:extLst>
          </p:cNvPr>
          <p:cNvSpPr>
            <a:spLocks noGrp="1"/>
          </p:cNvSpPr>
          <p:nvPr>
            <p:ph type="body" sz="quarter" idx="29" hasCustomPrompt="1"/>
          </p:nvPr>
        </p:nvSpPr>
        <p:spPr>
          <a:xfrm>
            <a:off x="8323197" y="2881736"/>
            <a:ext cx="1003163" cy="1190625"/>
          </a:xfrm>
          <a:prstGeom prst="rect">
            <a:avLst/>
          </a:prstGeom>
          <a:solidFill>
            <a:schemeClr val="bg1">
              <a:lumMod val="50000"/>
            </a:schemeClr>
          </a:solidFill>
          <a:ln w="19050">
            <a:solidFill>
              <a:schemeClr val="bg1">
                <a:lumMod val="50000"/>
              </a:schemeClr>
            </a:solidFill>
          </a:ln>
          <a:effectLst>
            <a:outerShdw blurRad="101600" algn="ctr" rotWithShape="0">
              <a:prstClr val="black">
                <a:alpha val="30000"/>
              </a:prstClr>
            </a:outerShdw>
          </a:effectLst>
        </p:spPr>
        <p:txBody>
          <a:bodyPr lIns="0" rIns="0" anchor="ctr">
            <a:noAutofit/>
          </a:bodyPr>
          <a:lstStyle>
            <a:lvl1pPr marL="0" indent="0" algn="ctr">
              <a:lnSpc>
                <a:spcPct val="100000"/>
              </a:lnSpc>
              <a:spcBef>
                <a:spcPts val="0"/>
              </a:spcBef>
              <a:buNone/>
              <a:defRPr sz="6000" b="1">
                <a:solidFill>
                  <a:schemeClr val="bg1"/>
                </a:solidFill>
                <a:latin typeface="Aptos" panose="020B0004020202020204" pitchFamily="34" charset="0"/>
              </a:defRPr>
            </a:lvl1pPr>
          </a:lstStyle>
          <a:p>
            <a:pPr lvl="0"/>
            <a:r>
              <a:rPr lang="en-GB"/>
              <a:t>0</a:t>
            </a:r>
          </a:p>
        </p:txBody>
      </p:sp>
      <p:sp>
        <p:nvSpPr>
          <p:cNvPr id="19" name="Text Placeholder 14">
            <a:extLst>
              <a:ext uri="{FF2B5EF4-FFF2-40B4-BE49-F238E27FC236}">
                <a16:creationId xmlns:a16="http://schemas.microsoft.com/office/drawing/2014/main" id="{1B1DA2F4-1B0E-DAFD-8A23-101B407F89EC}"/>
              </a:ext>
            </a:extLst>
          </p:cNvPr>
          <p:cNvSpPr>
            <a:spLocks noGrp="1"/>
          </p:cNvSpPr>
          <p:nvPr>
            <p:ph type="body" sz="quarter" idx="31" hasCustomPrompt="1"/>
          </p:nvPr>
        </p:nvSpPr>
        <p:spPr>
          <a:xfrm>
            <a:off x="4357770" y="2881423"/>
            <a:ext cx="1003163" cy="1190625"/>
          </a:xfrm>
          <a:prstGeom prst="rect">
            <a:avLst/>
          </a:prstGeom>
          <a:solidFill>
            <a:schemeClr val="bg1">
              <a:lumMod val="50000"/>
            </a:schemeClr>
          </a:solidFill>
          <a:ln w="19050">
            <a:solidFill>
              <a:schemeClr val="bg1">
                <a:lumMod val="50000"/>
              </a:schemeClr>
            </a:solidFill>
          </a:ln>
          <a:effectLst>
            <a:outerShdw blurRad="101600" algn="ctr" rotWithShape="0">
              <a:prstClr val="black">
                <a:alpha val="30000"/>
              </a:prstClr>
            </a:outerShdw>
          </a:effectLst>
        </p:spPr>
        <p:txBody>
          <a:bodyPr lIns="0" rIns="0" anchor="ctr">
            <a:noAutofit/>
          </a:bodyPr>
          <a:lstStyle>
            <a:lvl1pPr marL="0" indent="0" algn="ctr">
              <a:lnSpc>
                <a:spcPct val="100000"/>
              </a:lnSpc>
              <a:spcBef>
                <a:spcPts val="0"/>
              </a:spcBef>
              <a:buNone/>
              <a:defRPr sz="6000" b="1">
                <a:solidFill>
                  <a:schemeClr val="bg1"/>
                </a:solidFill>
                <a:latin typeface="Aptos" panose="020B0004020202020204" pitchFamily="34" charset="0"/>
              </a:defRPr>
            </a:lvl1pPr>
          </a:lstStyle>
          <a:p>
            <a:pPr lvl="0"/>
            <a:r>
              <a:rPr lang="en-GB"/>
              <a:t>0</a:t>
            </a:r>
          </a:p>
        </p:txBody>
      </p:sp>
      <p:sp>
        <p:nvSpPr>
          <p:cNvPr id="20" name="Text Placeholder 14">
            <a:extLst>
              <a:ext uri="{FF2B5EF4-FFF2-40B4-BE49-F238E27FC236}">
                <a16:creationId xmlns:a16="http://schemas.microsoft.com/office/drawing/2014/main" id="{7EDCA6A4-4153-7664-5B96-36AF290875DF}"/>
              </a:ext>
            </a:extLst>
          </p:cNvPr>
          <p:cNvSpPr>
            <a:spLocks noGrp="1"/>
          </p:cNvSpPr>
          <p:nvPr>
            <p:ph type="body" sz="quarter" idx="33" hasCustomPrompt="1"/>
          </p:nvPr>
        </p:nvSpPr>
        <p:spPr>
          <a:xfrm>
            <a:off x="382404" y="4636919"/>
            <a:ext cx="1003163" cy="1190625"/>
          </a:xfrm>
          <a:prstGeom prst="rect">
            <a:avLst/>
          </a:prstGeom>
          <a:solidFill>
            <a:schemeClr val="bg1">
              <a:lumMod val="65000"/>
            </a:schemeClr>
          </a:solidFill>
          <a:ln w="19050">
            <a:solidFill>
              <a:schemeClr val="bg1">
                <a:lumMod val="65000"/>
              </a:schemeClr>
            </a:solidFill>
          </a:ln>
          <a:effectLst>
            <a:outerShdw blurRad="101600" algn="ctr" rotWithShape="0">
              <a:prstClr val="black">
                <a:alpha val="30000"/>
              </a:prstClr>
            </a:outerShdw>
          </a:effectLst>
        </p:spPr>
        <p:txBody>
          <a:bodyPr lIns="0" rIns="0" anchor="ctr">
            <a:noAutofit/>
          </a:bodyPr>
          <a:lstStyle>
            <a:lvl1pPr marL="0" indent="0" algn="ctr">
              <a:lnSpc>
                <a:spcPct val="100000"/>
              </a:lnSpc>
              <a:spcBef>
                <a:spcPts val="0"/>
              </a:spcBef>
              <a:buNone/>
              <a:defRPr sz="6000" b="1">
                <a:solidFill>
                  <a:schemeClr val="bg1"/>
                </a:solidFill>
                <a:latin typeface="Aptos" panose="020B0004020202020204" pitchFamily="34" charset="0"/>
              </a:defRPr>
            </a:lvl1pPr>
          </a:lstStyle>
          <a:p>
            <a:pPr lvl="0"/>
            <a:r>
              <a:rPr lang="en-GB"/>
              <a:t>0</a:t>
            </a:r>
          </a:p>
        </p:txBody>
      </p:sp>
      <p:sp>
        <p:nvSpPr>
          <p:cNvPr id="21" name="Text Placeholder 14">
            <a:extLst>
              <a:ext uri="{FF2B5EF4-FFF2-40B4-BE49-F238E27FC236}">
                <a16:creationId xmlns:a16="http://schemas.microsoft.com/office/drawing/2014/main" id="{E1E0D2FA-E6C8-D5FF-C45D-8BD62A54A256}"/>
              </a:ext>
            </a:extLst>
          </p:cNvPr>
          <p:cNvSpPr>
            <a:spLocks noGrp="1"/>
          </p:cNvSpPr>
          <p:nvPr>
            <p:ph type="body" sz="quarter" idx="35" hasCustomPrompt="1"/>
          </p:nvPr>
        </p:nvSpPr>
        <p:spPr>
          <a:xfrm>
            <a:off x="8323197" y="4636606"/>
            <a:ext cx="1003163" cy="1190625"/>
          </a:xfrm>
          <a:prstGeom prst="rect">
            <a:avLst/>
          </a:prstGeom>
          <a:solidFill>
            <a:schemeClr val="bg1">
              <a:lumMod val="65000"/>
            </a:schemeClr>
          </a:solidFill>
          <a:ln w="19050">
            <a:solidFill>
              <a:schemeClr val="bg1">
                <a:lumMod val="65000"/>
              </a:schemeClr>
            </a:solidFill>
          </a:ln>
          <a:effectLst>
            <a:outerShdw blurRad="101600" algn="ctr" rotWithShape="0">
              <a:prstClr val="black">
                <a:alpha val="30000"/>
              </a:prstClr>
            </a:outerShdw>
          </a:effectLst>
        </p:spPr>
        <p:txBody>
          <a:bodyPr lIns="0" rIns="0" anchor="ctr">
            <a:noAutofit/>
          </a:bodyPr>
          <a:lstStyle>
            <a:lvl1pPr marL="0" indent="0" algn="ctr">
              <a:lnSpc>
                <a:spcPct val="100000"/>
              </a:lnSpc>
              <a:spcBef>
                <a:spcPts val="0"/>
              </a:spcBef>
              <a:buNone/>
              <a:defRPr sz="6000" b="1">
                <a:solidFill>
                  <a:schemeClr val="bg1"/>
                </a:solidFill>
                <a:latin typeface="Aptos" panose="020B0004020202020204" pitchFamily="34" charset="0"/>
              </a:defRPr>
            </a:lvl1pPr>
          </a:lstStyle>
          <a:p>
            <a:pPr lvl="0"/>
            <a:r>
              <a:rPr lang="en-GB"/>
              <a:t>1</a:t>
            </a:r>
          </a:p>
        </p:txBody>
      </p:sp>
      <p:sp>
        <p:nvSpPr>
          <p:cNvPr id="22" name="Text Placeholder 14">
            <a:extLst>
              <a:ext uri="{FF2B5EF4-FFF2-40B4-BE49-F238E27FC236}">
                <a16:creationId xmlns:a16="http://schemas.microsoft.com/office/drawing/2014/main" id="{559DDBF9-3F7F-E61D-0917-1D419F142E5E}"/>
              </a:ext>
            </a:extLst>
          </p:cNvPr>
          <p:cNvSpPr>
            <a:spLocks noGrp="1"/>
          </p:cNvSpPr>
          <p:nvPr>
            <p:ph type="body" sz="quarter" idx="37" hasCustomPrompt="1"/>
          </p:nvPr>
        </p:nvSpPr>
        <p:spPr>
          <a:xfrm>
            <a:off x="4357770" y="4636293"/>
            <a:ext cx="1003163" cy="1190625"/>
          </a:xfrm>
          <a:prstGeom prst="rect">
            <a:avLst/>
          </a:prstGeom>
          <a:solidFill>
            <a:schemeClr val="bg1">
              <a:lumMod val="65000"/>
            </a:schemeClr>
          </a:solidFill>
          <a:ln w="19050">
            <a:solidFill>
              <a:schemeClr val="bg1">
                <a:lumMod val="65000"/>
              </a:schemeClr>
            </a:solidFill>
          </a:ln>
          <a:effectLst>
            <a:outerShdw blurRad="101600" algn="ctr" rotWithShape="0">
              <a:prstClr val="black">
                <a:alpha val="30000"/>
              </a:prstClr>
            </a:outerShdw>
          </a:effectLst>
        </p:spPr>
        <p:txBody>
          <a:bodyPr lIns="0" rIns="0" anchor="ctr">
            <a:noAutofit/>
          </a:bodyPr>
          <a:lstStyle>
            <a:lvl1pPr marL="0" indent="0" algn="ctr">
              <a:lnSpc>
                <a:spcPct val="100000"/>
              </a:lnSpc>
              <a:spcBef>
                <a:spcPts val="0"/>
              </a:spcBef>
              <a:buNone/>
              <a:defRPr sz="6000" b="1">
                <a:solidFill>
                  <a:schemeClr val="bg1"/>
                </a:solidFill>
                <a:latin typeface="Aptos" panose="020B0004020202020204" pitchFamily="34" charset="0"/>
              </a:defRPr>
            </a:lvl1pPr>
          </a:lstStyle>
          <a:p>
            <a:pPr lvl="0"/>
            <a:r>
              <a:rPr lang="en-GB"/>
              <a:t>0</a:t>
            </a:r>
          </a:p>
        </p:txBody>
      </p:sp>
    </p:spTree>
    <p:extLst>
      <p:ext uri="{BB962C8B-B14F-4D97-AF65-F5344CB8AC3E}">
        <p14:creationId xmlns:p14="http://schemas.microsoft.com/office/powerpoint/2010/main" val="24493874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9969-AA58-8E7D-824A-4E725C801FD2}"/>
              </a:ext>
            </a:extLst>
          </p:cNvPr>
          <p:cNvSpPr>
            <a:spLocks noGrp="1"/>
          </p:cNvSpPr>
          <p:nvPr>
            <p:ph type="title" hasCustomPrompt="1"/>
          </p:nvPr>
        </p:nvSpPr>
        <p:spPr/>
        <p:txBody>
          <a:bodyPr/>
          <a:lstStyle>
            <a:lvl1pPr>
              <a:defRPr>
                <a:latin typeface="Aptos" panose="020B0004020202020204" pitchFamily="34" charset="0"/>
              </a:defRPr>
            </a:lvl1pPr>
          </a:lstStyle>
          <a:p>
            <a:r>
              <a:rPr lang="en-GB"/>
              <a:t>Slide Title (Columns)</a:t>
            </a:r>
            <a:endParaRPr lang="en-NL"/>
          </a:p>
        </p:txBody>
      </p:sp>
      <p:sp>
        <p:nvSpPr>
          <p:cNvPr id="3" name="Content Placeholder 5">
            <a:extLst>
              <a:ext uri="{FF2B5EF4-FFF2-40B4-BE49-F238E27FC236}">
                <a16:creationId xmlns:a16="http://schemas.microsoft.com/office/drawing/2014/main" id="{DEBE8DA1-957F-9EC8-845A-3F315893ED5F}"/>
              </a:ext>
            </a:extLst>
          </p:cNvPr>
          <p:cNvSpPr>
            <a:spLocks noGrp="1"/>
          </p:cNvSpPr>
          <p:nvPr>
            <p:ph sz="quarter" idx="12" hasCustomPrompt="1"/>
          </p:nvPr>
        </p:nvSpPr>
        <p:spPr>
          <a:xfrm>
            <a:off x="389420" y="1809096"/>
            <a:ext cx="3492284" cy="3210980"/>
          </a:xfrm>
          <a:prstGeom prst="rect">
            <a:avLst/>
          </a:prstGeom>
          <a:solidFill>
            <a:schemeClr val="bg1"/>
          </a:solidFill>
          <a:ln w="22225">
            <a:solidFill>
              <a:schemeClr val="accent1">
                <a:lumMod val="50000"/>
              </a:schemeClr>
            </a:solidFill>
          </a:ln>
          <a:effectLst>
            <a:outerShdw blurRad="127000" algn="ctr" rotWithShape="0">
              <a:prstClr val="black">
                <a:alpha val="30000"/>
              </a:prstClr>
            </a:outerShdw>
          </a:effectLst>
        </p:spPr>
        <p:txBody>
          <a:bodyPr anchor="ctr">
            <a:normAutofit/>
          </a:bodyPr>
          <a:lstStyle>
            <a:lvl1pPr marL="0" indent="0">
              <a:buClr>
                <a:schemeClr val="accent1"/>
              </a:buClr>
              <a:buNone/>
              <a:defRPr sz="1600" b="1">
                <a:solidFill>
                  <a:schemeClr val="tx1">
                    <a:lumMod val="85000"/>
                    <a:lumOff val="15000"/>
                  </a:schemeClr>
                </a:solidFill>
                <a:latin typeface="Aptos" panose="020B0004020202020204" pitchFamily="34" charset="0"/>
              </a:defRPr>
            </a:lvl1pPr>
            <a:lvl2pPr marL="230188" indent="-188913">
              <a:buClr>
                <a:schemeClr val="accent1"/>
              </a:buClr>
              <a:tabLst/>
              <a:defRPr sz="1400">
                <a:solidFill>
                  <a:schemeClr val="tx1">
                    <a:lumMod val="85000"/>
                    <a:lumOff val="15000"/>
                  </a:schemeClr>
                </a:solidFill>
                <a:latin typeface="Aptos" panose="020B0004020202020204" pitchFamily="34" charset="0"/>
              </a:defRPr>
            </a:lvl2pPr>
            <a:lvl3pPr marL="452437" indent="0">
              <a:buNone/>
              <a:defRPr sz="1100"/>
            </a:lvl3pPr>
            <a:lvl4pPr>
              <a:defRPr sz="1050"/>
            </a:lvl4pPr>
            <a:lvl5pPr>
              <a:defRPr sz="1050"/>
            </a:lvl5pPr>
          </a:lstStyle>
          <a:p>
            <a:pPr lvl="0"/>
            <a:r>
              <a:rPr lang="en-GB"/>
              <a:t>Add title / paragraph / bullet points here</a:t>
            </a:r>
          </a:p>
          <a:p>
            <a:pPr lvl="1"/>
            <a:r>
              <a:rPr lang="en-GB"/>
              <a:t>Second level</a:t>
            </a:r>
          </a:p>
        </p:txBody>
      </p:sp>
      <p:sp>
        <p:nvSpPr>
          <p:cNvPr id="5" name="Text Placeholder 14">
            <a:extLst>
              <a:ext uri="{FF2B5EF4-FFF2-40B4-BE49-F238E27FC236}">
                <a16:creationId xmlns:a16="http://schemas.microsoft.com/office/drawing/2014/main" id="{9AA7B5E1-56A2-8FCF-FE84-6CD2A102623F}"/>
              </a:ext>
            </a:extLst>
          </p:cNvPr>
          <p:cNvSpPr>
            <a:spLocks noGrp="1"/>
          </p:cNvSpPr>
          <p:nvPr>
            <p:ph type="body" sz="quarter" idx="21" hasCustomPrompt="1"/>
          </p:nvPr>
        </p:nvSpPr>
        <p:spPr>
          <a:xfrm>
            <a:off x="389420" y="1147213"/>
            <a:ext cx="3492284" cy="661258"/>
          </a:xfrm>
          <a:prstGeom prst="rect">
            <a:avLst/>
          </a:prstGeom>
          <a:solidFill>
            <a:schemeClr val="accent1">
              <a:lumMod val="50000"/>
            </a:schemeClr>
          </a:solidFill>
          <a:ln w="22225">
            <a:solidFill>
              <a:schemeClr val="accent1">
                <a:lumMod val="50000"/>
              </a:schemeClr>
            </a:solidFill>
          </a:ln>
          <a:effectLst>
            <a:outerShdw blurRad="127000" algn="ctr" rotWithShape="0">
              <a:prstClr val="black">
                <a:alpha val="30000"/>
              </a:prstClr>
            </a:outerShdw>
          </a:effectLst>
        </p:spPr>
        <p:txBody>
          <a:bodyPr anchor="ctr">
            <a:noAutofit/>
          </a:bodyPr>
          <a:lstStyle>
            <a:lvl1pPr marL="0" indent="0" algn="ctr">
              <a:buNone/>
              <a:defRPr sz="2400" b="1">
                <a:solidFill>
                  <a:schemeClr val="bg1"/>
                </a:solidFill>
                <a:latin typeface="Aptos" panose="020B0004020202020204" pitchFamily="34" charset="0"/>
              </a:defRPr>
            </a:lvl1pPr>
          </a:lstStyle>
          <a:p>
            <a:pPr lvl="0"/>
            <a:r>
              <a:rPr lang="en-GB"/>
              <a:t>Section Title Here</a:t>
            </a:r>
          </a:p>
        </p:txBody>
      </p:sp>
      <p:sp>
        <p:nvSpPr>
          <p:cNvPr id="7" name="Content Placeholder 5">
            <a:extLst>
              <a:ext uri="{FF2B5EF4-FFF2-40B4-BE49-F238E27FC236}">
                <a16:creationId xmlns:a16="http://schemas.microsoft.com/office/drawing/2014/main" id="{376D19ED-B7DF-CA90-8816-8B1CC15DC852}"/>
              </a:ext>
            </a:extLst>
          </p:cNvPr>
          <p:cNvSpPr>
            <a:spLocks noGrp="1"/>
          </p:cNvSpPr>
          <p:nvPr>
            <p:ph sz="quarter" idx="22" hasCustomPrompt="1"/>
          </p:nvPr>
        </p:nvSpPr>
        <p:spPr>
          <a:xfrm>
            <a:off x="8329507" y="1809096"/>
            <a:ext cx="3492284" cy="3210980"/>
          </a:xfrm>
          <a:prstGeom prst="rect">
            <a:avLst/>
          </a:prstGeom>
          <a:solidFill>
            <a:schemeClr val="bg1"/>
          </a:solidFill>
          <a:ln w="22225">
            <a:solidFill>
              <a:schemeClr val="accent1"/>
            </a:solidFill>
          </a:ln>
          <a:effectLst>
            <a:outerShdw blurRad="127000" algn="ctr" rotWithShape="0">
              <a:prstClr val="black">
                <a:alpha val="30000"/>
              </a:prstClr>
            </a:outerShdw>
          </a:effectLst>
        </p:spPr>
        <p:txBody>
          <a:bodyPr anchor="ctr">
            <a:normAutofit/>
          </a:bodyPr>
          <a:lstStyle>
            <a:lvl1pPr marL="0" indent="0">
              <a:buClr>
                <a:schemeClr val="accent1"/>
              </a:buClr>
              <a:buNone/>
              <a:defRPr sz="1600" b="1">
                <a:solidFill>
                  <a:schemeClr val="tx1">
                    <a:lumMod val="85000"/>
                    <a:lumOff val="15000"/>
                  </a:schemeClr>
                </a:solidFill>
                <a:latin typeface="Aptos" panose="020B0004020202020204" pitchFamily="34" charset="0"/>
              </a:defRPr>
            </a:lvl1pPr>
            <a:lvl2pPr marL="230188" indent="-188913">
              <a:buClr>
                <a:schemeClr val="accent1"/>
              </a:buClr>
              <a:tabLst/>
              <a:defRPr sz="1400">
                <a:solidFill>
                  <a:schemeClr val="tx1">
                    <a:lumMod val="85000"/>
                    <a:lumOff val="15000"/>
                  </a:schemeClr>
                </a:solidFill>
                <a:latin typeface="Aptos" panose="020B0004020202020204" pitchFamily="34" charset="0"/>
              </a:defRPr>
            </a:lvl2pPr>
            <a:lvl3pPr marL="452437" indent="0">
              <a:buNone/>
              <a:defRPr sz="1100"/>
            </a:lvl3pPr>
            <a:lvl4pPr>
              <a:defRPr sz="1050"/>
            </a:lvl4pPr>
            <a:lvl5pPr>
              <a:defRPr sz="1050"/>
            </a:lvl5pPr>
          </a:lstStyle>
          <a:p>
            <a:pPr lvl="0"/>
            <a:r>
              <a:rPr lang="en-GB"/>
              <a:t>Add title / paragraph / bullet points here</a:t>
            </a:r>
          </a:p>
          <a:p>
            <a:pPr lvl="1"/>
            <a:r>
              <a:rPr lang="en-GB"/>
              <a:t>Second level</a:t>
            </a:r>
          </a:p>
        </p:txBody>
      </p:sp>
      <p:sp>
        <p:nvSpPr>
          <p:cNvPr id="8" name="Text Placeholder 14">
            <a:extLst>
              <a:ext uri="{FF2B5EF4-FFF2-40B4-BE49-F238E27FC236}">
                <a16:creationId xmlns:a16="http://schemas.microsoft.com/office/drawing/2014/main" id="{9239143C-CD0F-2772-85D5-4EB5E3C24E4C}"/>
              </a:ext>
            </a:extLst>
          </p:cNvPr>
          <p:cNvSpPr>
            <a:spLocks noGrp="1"/>
          </p:cNvSpPr>
          <p:nvPr>
            <p:ph type="body" sz="quarter" idx="23" hasCustomPrompt="1"/>
          </p:nvPr>
        </p:nvSpPr>
        <p:spPr>
          <a:xfrm>
            <a:off x="8329507" y="1147213"/>
            <a:ext cx="3492284" cy="661258"/>
          </a:xfrm>
          <a:prstGeom prst="rect">
            <a:avLst/>
          </a:prstGeom>
          <a:solidFill>
            <a:schemeClr val="accent1"/>
          </a:solidFill>
          <a:ln w="22225">
            <a:solidFill>
              <a:schemeClr val="accent1"/>
            </a:solidFill>
          </a:ln>
          <a:effectLst>
            <a:outerShdw blurRad="127000" algn="ctr" rotWithShape="0">
              <a:prstClr val="black">
                <a:alpha val="30000"/>
              </a:prstClr>
            </a:outerShdw>
          </a:effectLst>
        </p:spPr>
        <p:txBody>
          <a:bodyPr anchor="ctr">
            <a:noAutofit/>
          </a:bodyPr>
          <a:lstStyle>
            <a:lvl1pPr marL="0" indent="0" algn="ctr">
              <a:buNone/>
              <a:defRPr sz="2400" b="1">
                <a:solidFill>
                  <a:schemeClr val="bg1"/>
                </a:solidFill>
                <a:latin typeface="Aptos" panose="020B0004020202020204" pitchFamily="34" charset="0"/>
              </a:defRPr>
            </a:lvl1pPr>
          </a:lstStyle>
          <a:p>
            <a:pPr lvl="0"/>
            <a:r>
              <a:rPr lang="en-GB"/>
              <a:t>Section Title Here</a:t>
            </a:r>
          </a:p>
        </p:txBody>
      </p:sp>
      <p:sp>
        <p:nvSpPr>
          <p:cNvPr id="9" name="Content Placeholder 5">
            <a:extLst>
              <a:ext uri="{FF2B5EF4-FFF2-40B4-BE49-F238E27FC236}">
                <a16:creationId xmlns:a16="http://schemas.microsoft.com/office/drawing/2014/main" id="{8C706727-2507-BF05-A910-E2375CA9AAF2}"/>
              </a:ext>
            </a:extLst>
          </p:cNvPr>
          <p:cNvSpPr>
            <a:spLocks noGrp="1"/>
          </p:cNvSpPr>
          <p:nvPr>
            <p:ph sz="quarter" idx="24" hasCustomPrompt="1"/>
          </p:nvPr>
        </p:nvSpPr>
        <p:spPr>
          <a:xfrm>
            <a:off x="4349858" y="1809096"/>
            <a:ext cx="3492284" cy="3210980"/>
          </a:xfrm>
          <a:prstGeom prst="rect">
            <a:avLst/>
          </a:prstGeom>
          <a:solidFill>
            <a:schemeClr val="bg1"/>
          </a:solidFill>
          <a:ln w="22225">
            <a:solidFill>
              <a:schemeClr val="accent1">
                <a:lumMod val="75000"/>
              </a:schemeClr>
            </a:solidFill>
          </a:ln>
          <a:effectLst>
            <a:outerShdw blurRad="127000" algn="ctr" rotWithShape="0">
              <a:prstClr val="black">
                <a:alpha val="30000"/>
              </a:prstClr>
            </a:outerShdw>
          </a:effectLst>
        </p:spPr>
        <p:txBody>
          <a:bodyPr anchor="ctr">
            <a:normAutofit/>
          </a:bodyPr>
          <a:lstStyle>
            <a:lvl1pPr marL="0" indent="0">
              <a:buClr>
                <a:schemeClr val="accent1"/>
              </a:buClr>
              <a:buNone/>
              <a:defRPr sz="1600" b="1">
                <a:solidFill>
                  <a:schemeClr val="tx1">
                    <a:lumMod val="85000"/>
                    <a:lumOff val="15000"/>
                  </a:schemeClr>
                </a:solidFill>
                <a:latin typeface="Aptos" panose="020B0004020202020204" pitchFamily="34" charset="0"/>
              </a:defRPr>
            </a:lvl1pPr>
            <a:lvl2pPr marL="230188" indent="-188913">
              <a:buClr>
                <a:schemeClr val="accent1"/>
              </a:buClr>
              <a:tabLst/>
              <a:defRPr sz="1400">
                <a:solidFill>
                  <a:schemeClr val="tx1">
                    <a:lumMod val="85000"/>
                    <a:lumOff val="15000"/>
                  </a:schemeClr>
                </a:solidFill>
                <a:latin typeface="Aptos" panose="020B0004020202020204" pitchFamily="34" charset="0"/>
              </a:defRPr>
            </a:lvl2pPr>
            <a:lvl3pPr marL="452437" indent="0">
              <a:buNone/>
              <a:defRPr sz="1100"/>
            </a:lvl3pPr>
            <a:lvl4pPr>
              <a:defRPr sz="1050"/>
            </a:lvl4pPr>
            <a:lvl5pPr>
              <a:defRPr sz="1050"/>
            </a:lvl5pPr>
          </a:lstStyle>
          <a:p>
            <a:pPr lvl="0"/>
            <a:r>
              <a:rPr lang="en-GB"/>
              <a:t>Add title / paragraph / bullet points here</a:t>
            </a:r>
          </a:p>
          <a:p>
            <a:pPr lvl="1"/>
            <a:r>
              <a:rPr lang="en-GB"/>
              <a:t>Second level</a:t>
            </a:r>
          </a:p>
        </p:txBody>
      </p:sp>
      <p:sp>
        <p:nvSpPr>
          <p:cNvPr id="10" name="Text Placeholder 14">
            <a:extLst>
              <a:ext uri="{FF2B5EF4-FFF2-40B4-BE49-F238E27FC236}">
                <a16:creationId xmlns:a16="http://schemas.microsoft.com/office/drawing/2014/main" id="{F071C221-2D31-B275-3350-CB1969E42F78}"/>
              </a:ext>
            </a:extLst>
          </p:cNvPr>
          <p:cNvSpPr>
            <a:spLocks noGrp="1"/>
          </p:cNvSpPr>
          <p:nvPr>
            <p:ph type="body" sz="quarter" idx="25" hasCustomPrompt="1"/>
          </p:nvPr>
        </p:nvSpPr>
        <p:spPr>
          <a:xfrm>
            <a:off x="4349858" y="1147213"/>
            <a:ext cx="3492284" cy="661258"/>
          </a:xfrm>
          <a:prstGeom prst="rect">
            <a:avLst/>
          </a:prstGeom>
          <a:solidFill>
            <a:schemeClr val="accent1">
              <a:lumMod val="75000"/>
            </a:schemeClr>
          </a:solidFill>
          <a:ln w="22225">
            <a:solidFill>
              <a:schemeClr val="accent1">
                <a:lumMod val="75000"/>
              </a:schemeClr>
            </a:solidFill>
          </a:ln>
          <a:effectLst>
            <a:outerShdw blurRad="127000" algn="ctr" rotWithShape="0">
              <a:prstClr val="black">
                <a:alpha val="30000"/>
              </a:prstClr>
            </a:outerShdw>
          </a:effectLst>
        </p:spPr>
        <p:txBody>
          <a:bodyPr anchor="ctr">
            <a:noAutofit/>
          </a:bodyPr>
          <a:lstStyle>
            <a:lvl1pPr marL="0" indent="0" algn="ctr">
              <a:buNone/>
              <a:defRPr sz="2400" b="1">
                <a:solidFill>
                  <a:schemeClr val="bg1"/>
                </a:solidFill>
                <a:latin typeface="Aptos" panose="020B0004020202020204" pitchFamily="34" charset="0"/>
              </a:defRPr>
            </a:lvl1pPr>
          </a:lstStyle>
          <a:p>
            <a:pPr lvl="0"/>
            <a:r>
              <a:rPr lang="en-GB"/>
              <a:t>Section Title Here</a:t>
            </a:r>
          </a:p>
        </p:txBody>
      </p:sp>
      <p:sp>
        <p:nvSpPr>
          <p:cNvPr id="11" name="Text Placeholder 12">
            <a:extLst>
              <a:ext uri="{FF2B5EF4-FFF2-40B4-BE49-F238E27FC236}">
                <a16:creationId xmlns:a16="http://schemas.microsoft.com/office/drawing/2014/main" id="{97384598-D4EA-0FB5-08EC-2D2A2C069373}"/>
              </a:ext>
            </a:extLst>
          </p:cNvPr>
          <p:cNvSpPr>
            <a:spLocks noGrp="1"/>
          </p:cNvSpPr>
          <p:nvPr>
            <p:ph type="body" sz="quarter" idx="26" hasCustomPrompt="1"/>
          </p:nvPr>
        </p:nvSpPr>
        <p:spPr>
          <a:xfrm>
            <a:off x="389420" y="5172626"/>
            <a:ext cx="3492500" cy="767293"/>
          </a:xfrm>
          <a:prstGeom prst="rect">
            <a:avLst/>
          </a:prstGeom>
        </p:spPr>
        <p:txBody>
          <a:bodyPr>
            <a:normAutofit/>
          </a:bodyPr>
          <a:lstStyle>
            <a:lvl1pPr marL="0" indent="0">
              <a:buClr>
                <a:schemeClr val="accent1"/>
              </a:buClr>
              <a:buNone/>
              <a:defRPr sz="1400" b="1">
                <a:solidFill>
                  <a:schemeClr val="tx1">
                    <a:lumMod val="65000"/>
                    <a:lumOff val="35000"/>
                  </a:schemeClr>
                </a:solidFill>
                <a:latin typeface="Aptos" panose="020B0004020202020204" pitchFamily="34" charset="0"/>
              </a:defRPr>
            </a:lvl1pPr>
            <a:lvl2pPr marL="215900" indent="-215900">
              <a:buClr>
                <a:schemeClr val="accent1"/>
              </a:buClr>
              <a:tabLst/>
              <a:defRPr sz="1200">
                <a:solidFill>
                  <a:schemeClr val="tx1">
                    <a:lumMod val="65000"/>
                    <a:lumOff val="35000"/>
                  </a:schemeClr>
                </a:solidFill>
                <a:latin typeface="Aptos" panose="020B0004020202020204" pitchFamily="34" charset="0"/>
              </a:defRPr>
            </a:lvl2pPr>
          </a:lstStyle>
          <a:p>
            <a:pPr lvl="0"/>
            <a:r>
              <a:rPr lang="en-GB"/>
              <a:t>Add extra information here (Examples, steps, etc)</a:t>
            </a:r>
          </a:p>
          <a:p>
            <a:pPr lvl="1"/>
            <a:r>
              <a:rPr lang="en-GB"/>
              <a:t>Second level</a:t>
            </a:r>
          </a:p>
        </p:txBody>
      </p:sp>
      <p:sp>
        <p:nvSpPr>
          <p:cNvPr id="12" name="Text Placeholder 12">
            <a:extLst>
              <a:ext uri="{FF2B5EF4-FFF2-40B4-BE49-F238E27FC236}">
                <a16:creationId xmlns:a16="http://schemas.microsoft.com/office/drawing/2014/main" id="{3B2DEF55-7C04-1DFD-CA52-04D0E923CC57}"/>
              </a:ext>
            </a:extLst>
          </p:cNvPr>
          <p:cNvSpPr>
            <a:spLocks noGrp="1"/>
          </p:cNvSpPr>
          <p:nvPr>
            <p:ph type="body" sz="quarter" idx="27" hasCustomPrompt="1"/>
          </p:nvPr>
        </p:nvSpPr>
        <p:spPr>
          <a:xfrm>
            <a:off x="4349642" y="5172626"/>
            <a:ext cx="3492500" cy="767293"/>
          </a:xfrm>
          <a:prstGeom prst="rect">
            <a:avLst/>
          </a:prstGeom>
        </p:spPr>
        <p:txBody>
          <a:bodyPr>
            <a:normAutofit/>
          </a:bodyPr>
          <a:lstStyle>
            <a:lvl1pPr marL="0" indent="0">
              <a:buClr>
                <a:schemeClr val="accent1"/>
              </a:buClr>
              <a:buNone/>
              <a:defRPr sz="1400" b="1">
                <a:solidFill>
                  <a:schemeClr val="tx1">
                    <a:lumMod val="65000"/>
                    <a:lumOff val="35000"/>
                  </a:schemeClr>
                </a:solidFill>
                <a:latin typeface="Aptos" panose="020B0004020202020204" pitchFamily="34" charset="0"/>
              </a:defRPr>
            </a:lvl1pPr>
            <a:lvl2pPr marL="215900" indent="-215900">
              <a:buClr>
                <a:schemeClr val="accent1"/>
              </a:buClr>
              <a:tabLst/>
              <a:defRPr sz="1200">
                <a:solidFill>
                  <a:schemeClr val="tx1">
                    <a:lumMod val="65000"/>
                    <a:lumOff val="35000"/>
                  </a:schemeClr>
                </a:solidFill>
                <a:latin typeface="Aptos" panose="020B0004020202020204" pitchFamily="34" charset="0"/>
              </a:defRPr>
            </a:lvl2pPr>
          </a:lstStyle>
          <a:p>
            <a:pPr lvl="0"/>
            <a:r>
              <a:rPr lang="en-GB"/>
              <a:t>Add extra information here (Examples, steps, etc)</a:t>
            </a:r>
          </a:p>
          <a:p>
            <a:pPr lvl="1"/>
            <a:r>
              <a:rPr lang="en-GB"/>
              <a:t>Second level</a:t>
            </a:r>
          </a:p>
        </p:txBody>
      </p:sp>
      <p:sp>
        <p:nvSpPr>
          <p:cNvPr id="13" name="Text Placeholder 12">
            <a:extLst>
              <a:ext uri="{FF2B5EF4-FFF2-40B4-BE49-F238E27FC236}">
                <a16:creationId xmlns:a16="http://schemas.microsoft.com/office/drawing/2014/main" id="{B10C814D-71C6-B2B1-9E40-7A1CC49A3C9E}"/>
              </a:ext>
            </a:extLst>
          </p:cNvPr>
          <p:cNvSpPr>
            <a:spLocks noGrp="1"/>
          </p:cNvSpPr>
          <p:nvPr>
            <p:ph type="body" sz="quarter" idx="28" hasCustomPrompt="1"/>
          </p:nvPr>
        </p:nvSpPr>
        <p:spPr>
          <a:xfrm>
            <a:off x="8329507" y="5172626"/>
            <a:ext cx="3492500" cy="767293"/>
          </a:xfrm>
          <a:prstGeom prst="rect">
            <a:avLst/>
          </a:prstGeom>
        </p:spPr>
        <p:txBody>
          <a:bodyPr>
            <a:normAutofit/>
          </a:bodyPr>
          <a:lstStyle>
            <a:lvl1pPr marL="0" indent="0">
              <a:buClr>
                <a:schemeClr val="accent1"/>
              </a:buClr>
              <a:buNone/>
              <a:defRPr sz="1400" b="1">
                <a:solidFill>
                  <a:schemeClr val="tx1">
                    <a:lumMod val="65000"/>
                    <a:lumOff val="35000"/>
                  </a:schemeClr>
                </a:solidFill>
                <a:latin typeface="Aptos" panose="020B0004020202020204" pitchFamily="34" charset="0"/>
              </a:defRPr>
            </a:lvl1pPr>
            <a:lvl2pPr marL="200025" indent="-200025">
              <a:buClr>
                <a:schemeClr val="accent1"/>
              </a:buClr>
              <a:tabLst/>
              <a:defRPr sz="1200">
                <a:solidFill>
                  <a:schemeClr val="tx1">
                    <a:lumMod val="65000"/>
                    <a:lumOff val="35000"/>
                  </a:schemeClr>
                </a:solidFill>
                <a:latin typeface="Aptos" panose="020B0004020202020204" pitchFamily="34" charset="0"/>
              </a:defRPr>
            </a:lvl2pPr>
          </a:lstStyle>
          <a:p>
            <a:pPr lvl="0"/>
            <a:r>
              <a:rPr lang="en-GB"/>
              <a:t>Add extra information here (Examples, steps, etc)</a:t>
            </a:r>
          </a:p>
          <a:p>
            <a:pPr lvl="1"/>
            <a:r>
              <a:rPr lang="en-GB"/>
              <a:t>Second level</a:t>
            </a:r>
          </a:p>
        </p:txBody>
      </p:sp>
    </p:spTree>
    <p:extLst>
      <p:ext uri="{BB962C8B-B14F-4D97-AF65-F5344CB8AC3E}">
        <p14:creationId xmlns:p14="http://schemas.microsoft.com/office/powerpoint/2010/main" val="28773422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9969-AA58-8E7D-824A-4E725C801FD2}"/>
              </a:ext>
            </a:extLst>
          </p:cNvPr>
          <p:cNvSpPr>
            <a:spLocks noGrp="1"/>
          </p:cNvSpPr>
          <p:nvPr>
            <p:ph type="title" hasCustomPrompt="1"/>
          </p:nvPr>
        </p:nvSpPr>
        <p:spPr/>
        <p:txBody>
          <a:bodyPr/>
          <a:lstStyle>
            <a:lvl1pPr>
              <a:defRPr>
                <a:latin typeface="Aptos" panose="020B0004020202020204" pitchFamily="34" charset="0"/>
              </a:defRPr>
            </a:lvl1pPr>
          </a:lstStyle>
          <a:p>
            <a:r>
              <a:rPr lang="en-GB"/>
              <a:t>Slide Title (Case Study)</a:t>
            </a:r>
            <a:endParaRPr lang="en-NL"/>
          </a:p>
        </p:txBody>
      </p:sp>
      <p:sp>
        <p:nvSpPr>
          <p:cNvPr id="3" name="Content Placeholder 5">
            <a:extLst>
              <a:ext uri="{FF2B5EF4-FFF2-40B4-BE49-F238E27FC236}">
                <a16:creationId xmlns:a16="http://schemas.microsoft.com/office/drawing/2014/main" id="{5FCCDC6D-16D0-B201-91BF-2D25429C157D}"/>
              </a:ext>
            </a:extLst>
          </p:cNvPr>
          <p:cNvSpPr>
            <a:spLocks noGrp="1"/>
          </p:cNvSpPr>
          <p:nvPr>
            <p:ph sz="quarter" idx="12" hasCustomPrompt="1"/>
          </p:nvPr>
        </p:nvSpPr>
        <p:spPr>
          <a:xfrm>
            <a:off x="380150" y="2494510"/>
            <a:ext cx="3492284" cy="1911983"/>
          </a:xfrm>
          <a:prstGeom prst="rect">
            <a:avLst/>
          </a:prstGeom>
          <a:solidFill>
            <a:schemeClr val="bg1"/>
          </a:solidFill>
          <a:ln w="15875">
            <a:solidFill>
              <a:schemeClr val="bg1">
                <a:lumMod val="50000"/>
              </a:schemeClr>
            </a:solidFill>
          </a:ln>
          <a:effectLst>
            <a:outerShdw blurRad="127000" algn="ctr" rotWithShape="0">
              <a:prstClr val="black">
                <a:alpha val="25000"/>
              </a:prstClr>
            </a:outerShdw>
          </a:effectLst>
        </p:spPr>
        <p:txBody>
          <a:bodyPr anchor="ctr">
            <a:normAutofit/>
          </a:bodyPr>
          <a:lstStyle>
            <a:lvl1pPr marL="285750" indent="-285750">
              <a:buClr>
                <a:schemeClr val="accent1"/>
              </a:buClr>
              <a:buFont typeface="Arial" panose="020B0604020202020204" pitchFamily="34" charset="0"/>
              <a:buChar char="•"/>
              <a:defRPr sz="1600" b="1">
                <a:latin typeface="Aptos" panose="020B0004020202020204" pitchFamily="34" charset="0"/>
              </a:defRPr>
            </a:lvl1pPr>
            <a:lvl2pPr marL="500063" indent="-200025">
              <a:buClr>
                <a:schemeClr val="accent1"/>
              </a:buClr>
              <a:tabLst/>
              <a:defRPr sz="1400">
                <a:latin typeface="Aptos" panose="020B0004020202020204" pitchFamily="34" charset="0"/>
              </a:defRPr>
            </a:lvl2pPr>
            <a:lvl3pPr marL="452437" indent="0">
              <a:buNone/>
              <a:defRPr sz="1100"/>
            </a:lvl3pPr>
            <a:lvl4pPr>
              <a:defRPr sz="1050"/>
            </a:lvl4pPr>
            <a:lvl5pPr>
              <a:defRPr sz="1050"/>
            </a:lvl5pPr>
          </a:lstStyle>
          <a:p>
            <a:pPr lvl="0"/>
            <a:r>
              <a:rPr lang="en-GB"/>
              <a:t>Add title &amp; bullet points here</a:t>
            </a:r>
          </a:p>
          <a:p>
            <a:pPr lvl="1"/>
            <a:r>
              <a:rPr lang="en-GB"/>
              <a:t>Second level</a:t>
            </a:r>
          </a:p>
        </p:txBody>
      </p:sp>
      <p:sp>
        <p:nvSpPr>
          <p:cNvPr id="5" name="Text Placeholder 14">
            <a:extLst>
              <a:ext uri="{FF2B5EF4-FFF2-40B4-BE49-F238E27FC236}">
                <a16:creationId xmlns:a16="http://schemas.microsoft.com/office/drawing/2014/main" id="{A18BCFB6-D449-54B5-ACE3-D044846F960E}"/>
              </a:ext>
            </a:extLst>
          </p:cNvPr>
          <p:cNvSpPr>
            <a:spLocks noGrp="1"/>
          </p:cNvSpPr>
          <p:nvPr>
            <p:ph type="body" sz="quarter" idx="21" hasCustomPrompt="1"/>
          </p:nvPr>
        </p:nvSpPr>
        <p:spPr>
          <a:xfrm>
            <a:off x="380150" y="1907927"/>
            <a:ext cx="3492284" cy="585958"/>
          </a:xfrm>
          <a:prstGeom prst="rect">
            <a:avLst/>
          </a:prstGeom>
          <a:solidFill>
            <a:schemeClr val="bg1">
              <a:lumMod val="50000"/>
            </a:schemeClr>
          </a:solidFill>
          <a:ln w="15875">
            <a:solidFill>
              <a:schemeClr val="bg1">
                <a:lumMod val="50000"/>
              </a:schemeClr>
            </a:solidFill>
          </a:ln>
          <a:effectLst>
            <a:outerShdw blurRad="127000" algn="ctr" rotWithShape="0">
              <a:prstClr val="black">
                <a:alpha val="25000"/>
              </a:prstClr>
            </a:outerShdw>
          </a:effectLst>
        </p:spPr>
        <p:txBody>
          <a:bodyPr anchor="ctr">
            <a:noAutofit/>
          </a:bodyPr>
          <a:lstStyle>
            <a:lvl1pPr marL="0" indent="0" algn="l">
              <a:buNone/>
              <a:defRPr sz="2000" b="1">
                <a:solidFill>
                  <a:schemeClr val="bg1"/>
                </a:solidFill>
                <a:latin typeface="Aptos" panose="020B0004020202020204" pitchFamily="34" charset="0"/>
              </a:defRPr>
            </a:lvl1pPr>
          </a:lstStyle>
          <a:p>
            <a:pPr lvl="0"/>
            <a:r>
              <a:rPr lang="en-GB"/>
              <a:t>Title (Challenges)</a:t>
            </a:r>
          </a:p>
        </p:txBody>
      </p:sp>
      <p:sp>
        <p:nvSpPr>
          <p:cNvPr id="7" name="Picture Placeholder 6">
            <a:extLst>
              <a:ext uri="{FF2B5EF4-FFF2-40B4-BE49-F238E27FC236}">
                <a16:creationId xmlns:a16="http://schemas.microsoft.com/office/drawing/2014/main" id="{DD03B416-CAFB-ADC7-DFA5-CBFC3A633DA1}"/>
              </a:ext>
            </a:extLst>
          </p:cNvPr>
          <p:cNvSpPr>
            <a:spLocks noGrp="1"/>
          </p:cNvSpPr>
          <p:nvPr>
            <p:ph type="pic" sz="quarter" idx="13"/>
          </p:nvPr>
        </p:nvSpPr>
        <p:spPr>
          <a:xfrm>
            <a:off x="7934394" y="1032934"/>
            <a:ext cx="4257606" cy="5130804"/>
          </a:xfrm>
          <a:prstGeom prst="rect">
            <a:avLst/>
          </a:prstGeom>
        </p:spPr>
        <p:txBody>
          <a:bodyPr anchor="ctr"/>
          <a:lstStyle>
            <a:lvl1pPr>
              <a:buClr>
                <a:schemeClr val="bg2"/>
              </a:buClr>
              <a:defRPr>
                <a:latin typeface="Aptos" panose="020B0004020202020204" pitchFamily="34" charset="0"/>
              </a:defRPr>
            </a:lvl1pPr>
          </a:lstStyle>
          <a:p>
            <a:r>
              <a:rPr lang="en-US"/>
              <a:t>Click icon to add picture</a:t>
            </a:r>
            <a:endParaRPr lang="en-NL"/>
          </a:p>
        </p:txBody>
      </p:sp>
      <p:sp>
        <p:nvSpPr>
          <p:cNvPr id="8" name="Content Placeholder 5">
            <a:extLst>
              <a:ext uri="{FF2B5EF4-FFF2-40B4-BE49-F238E27FC236}">
                <a16:creationId xmlns:a16="http://schemas.microsoft.com/office/drawing/2014/main" id="{E92365ED-1DC6-0007-30CC-53CB4F5C167E}"/>
              </a:ext>
            </a:extLst>
          </p:cNvPr>
          <p:cNvSpPr>
            <a:spLocks noGrp="1"/>
          </p:cNvSpPr>
          <p:nvPr>
            <p:ph sz="quarter" idx="27" hasCustomPrompt="1"/>
          </p:nvPr>
        </p:nvSpPr>
        <p:spPr>
          <a:xfrm>
            <a:off x="4030686" y="2494510"/>
            <a:ext cx="3492284" cy="1911983"/>
          </a:xfrm>
          <a:prstGeom prst="rect">
            <a:avLst/>
          </a:prstGeom>
          <a:solidFill>
            <a:schemeClr val="bg1"/>
          </a:solidFill>
          <a:ln w="15875">
            <a:solidFill>
              <a:schemeClr val="accent1"/>
            </a:solidFill>
          </a:ln>
          <a:effectLst>
            <a:outerShdw blurRad="127000" algn="ctr" rotWithShape="0">
              <a:prstClr val="black">
                <a:alpha val="25000"/>
              </a:prstClr>
            </a:outerShdw>
          </a:effectLst>
        </p:spPr>
        <p:txBody>
          <a:bodyPr anchor="ctr">
            <a:normAutofit/>
          </a:bodyPr>
          <a:lstStyle>
            <a:lvl1pPr marL="285750" indent="-285750">
              <a:buClr>
                <a:schemeClr val="accent1"/>
              </a:buClr>
              <a:buFont typeface="Arial" panose="020B0604020202020204" pitchFamily="34" charset="0"/>
              <a:buChar char="•"/>
              <a:defRPr sz="1600" b="1">
                <a:latin typeface="Aptos" panose="020B0004020202020204" pitchFamily="34" charset="0"/>
              </a:defRPr>
            </a:lvl1pPr>
            <a:lvl2pPr marL="500063" indent="-200025">
              <a:buClr>
                <a:schemeClr val="accent1"/>
              </a:buClr>
              <a:tabLst/>
              <a:defRPr sz="1400">
                <a:latin typeface="Aptos" panose="020B0004020202020204" pitchFamily="34" charset="0"/>
              </a:defRPr>
            </a:lvl2pPr>
            <a:lvl3pPr marL="452437" indent="0">
              <a:buNone/>
              <a:defRPr sz="1100"/>
            </a:lvl3pPr>
            <a:lvl4pPr>
              <a:defRPr sz="1050"/>
            </a:lvl4pPr>
            <a:lvl5pPr>
              <a:defRPr sz="1050"/>
            </a:lvl5pPr>
          </a:lstStyle>
          <a:p>
            <a:pPr lvl="0"/>
            <a:r>
              <a:rPr lang="en-GB"/>
              <a:t>Add title &amp; bullet points here</a:t>
            </a:r>
          </a:p>
          <a:p>
            <a:pPr lvl="1"/>
            <a:r>
              <a:rPr lang="en-GB"/>
              <a:t>Second level</a:t>
            </a:r>
          </a:p>
        </p:txBody>
      </p:sp>
      <p:sp>
        <p:nvSpPr>
          <p:cNvPr id="9" name="Text Placeholder 14">
            <a:extLst>
              <a:ext uri="{FF2B5EF4-FFF2-40B4-BE49-F238E27FC236}">
                <a16:creationId xmlns:a16="http://schemas.microsoft.com/office/drawing/2014/main" id="{B3425724-0C50-FDFA-A80E-1502782A1C9A}"/>
              </a:ext>
            </a:extLst>
          </p:cNvPr>
          <p:cNvSpPr>
            <a:spLocks noGrp="1"/>
          </p:cNvSpPr>
          <p:nvPr>
            <p:ph type="body" sz="quarter" idx="28" hasCustomPrompt="1"/>
          </p:nvPr>
        </p:nvSpPr>
        <p:spPr>
          <a:xfrm>
            <a:off x="4030686" y="1907927"/>
            <a:ext cx="3492284" cy="585958"/>
          </a:xfrm>
          <a:prstGeom prst="rect">
            <a:avLst/>
          </a:prstGeom>
          <a:solidFill>
            <a:schemeClr val="accent1"/>
          </a:solidFill>
          <a:ln w="15875">
            <a:solidFill>
              <a:schemeClr val="accent1"/>
            </a:solidFill>
          </a:ln>
          <a:effectLst>
            <a:outerShdw blurRad="127000" algn="ctr" rotWithShape="0">
              <a:prstClr val="black">
                <a:alpha val="25000"/>
              </a:prstClr>
            </a:outerShdw>
          </a:effectLst>
        </p:spPr>
        <p:txBody>
          <a:bodyPr anchor="ctr">
            <a:noAutofit/>
          </a:bodyPr>
          <a:lstStyle>
            <a:lvl1pPr marL="0" indent="0" algn="l">
              <a:buNone/>
              <a:defRPr sz="2000" b="1">
                <a:solidFill>
                  <a:schemeClr val="bg1"/>
                </a:solidFill>
                <a:latin typeface="Aptos" panose="020B0004020202020204" pitchFamily="34" charset="0"/>
              </a:defRPr>
            </a:lvl1pPr>
          </a:lstStyle>
          <a:p>
            <a:pPr lvl="0"/>
            <a:r>
              <a:rPr lang="en-GB"/>
              <a:t>Title (TCS Solution)</a:t>
            </a:r>
          </a:p>
        </p:txBody>
      </p:sp>
      <p:sp>
        <p:nvSpPr>
          <p:cNvPr id="10" name="Text Placeholder 12">
            <a:extLst>
              <a:ext uri="{FF2B5EF4-FFF2-40B4-BE49-F238E27FC236}">
                <a16:creationId xmlns:a16="http://schemas.microsoft.com/office/drawing/2014/main" id="{AF55D890-7C46-0653-5345-84851610C9FD}"/>
              </a:ext>
            </a:extLst>
          </p:cNvPr>
          <p:cNvSpPr>
            <a:spLocks noGrp="1"/>
          </p:cNvSpPr>
          <p:nvPr>
            <p:ph type="body" sz="quarter" idx="29" hasCustomPrompt="1"/>
          </p:nvPr>
        </p:nvSpPr>
        <p:spPr>
          <a:xfrm>
            <a:off x="379479" y="1032934"/>
            <a:ext cx="7143489" cy="656420"/>
          </a:xfrm>
          <a:prstGeom prst="rect">
            <a:avLst/>
          </a:prstGeom>
        </p:spPr>
        <p:txBody>
          <a:bodyPr spcCol="180000">
            <a:normAutofit/>
          </a:bodyPr>
          <a:lstStyle>
            <a:lvl1pPr marL="0" indent="0">
              <a:buNone/>
              <a:defRPr sz="2000" b="1">
                <a:latin typeface="Aptos" panose="020B0004020202020204" pitchFamily="34" charset="0"/>
              </a:defRPr>
            </a:lvl1pPr>
            <a:lvl2pPr marL="215900" indent="-215900">
              <a:tabLst/>
              <a:defRPr sz="1200"/>
            </a:lvl2pPr>
          </a:lstStyle>
          <a:p>
            <a:pPr lvl="0"/>
            <a:r>
              <a:rPr lang="en-GB"/>
              <a:t>Add a 2 line powerful statement here (Ex. Re-designed internal comms for </a:t>
            </a:r>
            <a:r>
              <a:rPr lang="en-GB" err="1"/>
              <a:t>Japans</a:t>
            </a:r>
            <a:r>
              <a:rPr lang="en-GB"/>
              <a:t> largest trading conglomerate)</a:t>
            </a:r>
          </a:p>
        </p:txBody>
      </p:sp>
      <p:sp>
        <p:nvSpPr>
          <p:cNvPr id="11" name="Content Placeholder 7">
            <a:extLst>
              <a:ext uri="{FF2B5EF4-FFF2-40B4-BE49-F238E27FC236}">
                <a16:creationId xmlns:a16="http://schemas.microsoft.com/office/drawing/2014/main" id="{363854BA-A424-8923-9567-E940AB9FC3CA}"/>
              </a:ext>
            </a:extLst>
          </p:cNvPr>
          <p:cNvSpPr>
            <a:spLocks noGrp="1"/>
          </p:cNvSpPr>
          <p:nvPr>
            <p:ph sz="quarter" idx="30" hasCustomPrompt="1"/>
          </p:nvPr>
        </p:nvSpPr>
        <p:spPr>
          <a:xfrm>
            <a:off x="379479" y="4641850"/>
            <a:ext cx="7143489" cy="1524000"/>
          </a:xfrm>
          <a:prstGeom prst="rect">
            <a:avLst/>
          </a:prstGeom>
        </p:spPr>
        <p:txBody>
          <a:bodyPr/>
          <a:lstStyle>
            <a:lvl1pPr>
              <a:defRPr>
                <a:solidFill>
                  <a:schemeClr val="tx1">
                    <a:lumMod val="65000"/>
                    <a:lumOff val="35000"/>
                  </a:schemeClr>
                </a:solidFill>
                <a:latin typeface="Aptos" panose="020B0004020202020204" pitchFamily="34" charset="0"/>
              </a:defRPr>
            </a:lvl1pPr>
            <a:lvl2pPr>
              <a:defRPr>
                <a:solidFill>
                  <a:schemeClr val="tx1">
                    <a:lumMod val="65000"/>
                    <a:lumOff val="35000"/>
                  </a:schemeClr>
                </a:solidFill>
                <a:latin typeface="Aptos" panose="020B0004020202020204" pitchFamily="34" charset="0"/>
              </a:defRPr>
            </a:lvl2pPr>
          </a:lstStyle>
          <a:p>
            <a:pPr lvl="0"/>
            <a:r>
              <a:rPr lang="en-GB"/>
              <a:t>Add </a:t>
            </a:r>
            <a:r>
              <a:rPr lang="en-GB" err="1"/>
              <a:t>benitits</a:t>
            </a:r>
            <a:r>
              <a:rPr lang="en-GB"/>
              <a:t>/wins here, either as bullet points or icons with text</a:t>
            </a:r>
          </a:p>
          <a:p>
            <a:pPr lvl="1"/>
            <a:r>
              <a:rPr lang="en-GB"/>
              <a:t>Second level</a:t>
            </a:r>
          </a:p>
        </p:txBody>
      </p:sp>
    </p:spTree>
    <p:extLst>
      <p:ext uri="{BB962C8B-B14F-4D97-AF65-F5344CB8AC3E}">
        <p14:creationId xmlns:p14="http://schemas.microsoft.com/office/powerpoint/2010/main" val="8396237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efore / Af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4EEF4-43CE-2C2C-1A3A-4727D36C7D0E}"/>
              </a:ext>
            </a:extLst>
          </p:cNvPr>
          <p:cNvSpPr>
            <a:spLocks noGrp="1"/>
          </p:cNvSpPr>
          <p:nvPr>
            <p:ph type="title" hasCustomPrompt="1"/>
          </p:nvPr>
        </p:nvSpPr>
        <p:spPr/>
        <p:txBody>
          <a:bodyPr/>
          <a:lstStyle>
            <a:lvl1pPr>
              <a:defRPr>
                <a:latin typeface="Aptos" panose="020B0004020202020204" pitchFamily="34" charset="0"/>
              </a:defRPr>
            </a:lvl1pPr>
          </a:lstStyle>
          <a:p>
            <a:r>
              <a:rPr lang="en-GB"/>
              <a:t>Slide Title (Before &amp; After)</a:t>
            </a:r>
            <a:endParaRPr lang="en-NL"/>
          </a:p>
        </p:txBody>
      </p:sp>
      <p:sp>
        <p:nvSpPr>
          <p:cNvPr id="3" name="Slide Number Placeholder 2">
            <a:extLst>
              <a:ext uri="{FF2B5EF4-FFF2-40B4-BE49-F238E27FC236}">
                <a16:creationId xmlns:a16="http://schemas.microsoft.com/office/drawing/2014/main" id="{C1F503F1-07FD-A631-1A5F-E5094018FFAC}"/>
              </a:ext>
            </a:extLst>
          </p:cNvPr>
          <p:cNvSpPr>
            <a:spLocks noGrp="1"/>
          </p:cNvSpPr>
          <p:nvPr>
            <p:ph type="sldNum" sz="quarter" idx="10"/>
          </p:nvPr>
        </p:nvSpPr>
        <p:spPr>
          <a:xfrm>
            <a:off x="5737072" y="6531429"/>
            <a:ext cx="371341" cy="190046"/>
          </a:xfrm>
          <a:prstGeom prst="rect">
            <a:avLst/>
          </a:prstGeom>
        </p:spPr>
        <p:txBody>
          <a:bodyPr vert="horz" lIns="91440" tIns="45720" rIns="0" bIns="45720" rtlCol="0" anchor="ctr"/>
          <a:lstStyle>
            <a:defPPr>
              <a:defRPr lang="en-NL"/>
            </a:defPPr>
            <a:lvl1pPr marL="0" algn="r" defTabSz="914400" rtl="0" eaLnBrk="1" latinLnBrk="0" hangingPunct="1">
              <a:defRPr sz="800" b="0" i="0" kern="1200">
                <a:solidFill>
                  <a:schemeClr val="tx1">
                    <a:tint val="75000"/>
                  </a:schemeClr>
                </a:solidFill>
                <a:latin typeface="Segoe UI "/>
                <a:ea typeface="+mn-ea"/>
                <a:cs typeface="Segoe UI Semilight" panose="020B04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2F07B0D-2027-4B42-97D0-828892117353}" type="slidenum">
              <a:rPr lang="en-NL" smtClean="0"/>
              <a:pPr/>
              <a:t>‹#›</a:t>
            </a:fld>
            <a:r>
              <a:rPr lang="en-NL"/>
              <a:t> |</a:t>
            </a:r>
          </a:p>
        </p:txBody>
      </p:sp>
      <p:sp>
        <p:nvSpPr>
          <p:cNvPr id="5" name="Content Placeholder 5">
            <a:extLst>
              <a:ext uri="{FF2B5EF4-FFF2-40B4-BE49-F238E27FC236}">
                <a16:creationId xmlns:a16="http://schemas.microsoft.com/office/drawing/2014/main" id="{A574E521-66C7-073A-503B-A9564B9C896C}"/>
              </a:ext>
            </a:extLst>
          </p:cNvPr>
          <p:cNvSpPr>
            <a:spLocks noGrp="1"/>
          </p:cNvSpPr>
          <p:nvPr>
            <p:ph sz="quarter" idx="12" hasCustomPrompt="1"/>
          </p:nvPr>
        </p:nvSpPr>
        <p:spPr>
          <a:xfrm>
            <a:off x="381000" y="1262743"/>
            <a:ext cx="5715000" cy="468085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52438" indent="-180975"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79450" indent="-227013"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36625" indent="-227013"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163638" indent="-227013"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
        <p:nvSpPr>
          <p:cNvPr id="7" name="Content Placeholder 5">
            <a:extLst>
              <a:ext uri="{FF2B5EF4-FFF2-40B4-BE49-F238E27FC236}">
                <a16:creationId xmlns:a16="http://schemas.microsoft.com/office/drawing/2014/main" id="{7F68042A-DF2D-59F7-61F9-193976D6D6DE}"/>
              </a:ext>
            </a:extLst>
          </p:cNvPr>
          <p:cNvSpPr>
            <a:spLocks noGrp="1"/>
          </p:cNvSpPr>
          <p:nvPr>
            <p:ph sz="quarter" idx="14" hasCustomPrompt="1"/>
          </p:nvPr>
        </p:nvSpPr>
        <p:spPr>
          <a:xfrm>
            <a:off x="6095999" y="1262743"/>
            <a:ext cx="5726113" cy="4680857"/>
          </a:xfrm>
          <a:prstGeom prst="rect">
            <a:avLst/>
          </a:prstGeom>
          <a:solidFill>
            <a:schemeClr val="bg1"/>
          </a:solidFill>
          <a:ln w="25400">
            <a:solidFill>
              <a:schemeClr val="accent1"/>
            </a:solidFill>
          </a:ln>
          <a:effectLst>
            <a:outerShdw blurRad="127000" algn="ctr" rotWithShape="0">
              <a:prstClr val="black">
                <a:alpha val="30000"/>
              </a:prstClr>
            </a:outerShdw>
          </a:effectLst>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1800" kern="1200">
                <a:solidFill>
                  <a:schemeClr val="tx1">
                    <a:lumMod val="85000"/>
                    <a:lumOff val="15000"/>
                  </a:schemeClr>
                </a:solidFill>
                <a:latin typeface="Aptos" panose="020B0004020202020204" pitchFamily="34" charset="0"/>
                <a:ea typeface="+mn-ea"/>
                <a:cs typeface="Segoe UI" panose="020B0502040204020203" pitchFamily="34" charset="0"/>
              </a:defRPr>
            </a:lvl1pPr>
            <a:lvl2pPr marL="452438" indent="-180975" algn="l" defTabSz="914400" rtl="0" eaLnBrk="1" latinLnBrk="0" hangingPunct="1">
              <a:lnSpc>
                <a:spcPct val="90000"/>
              </a:lnSpc>
              <a:spcBef>
                <a:spcPts val="500"/>
              </a:spcBef>
              <a:buClr>
                <a:schemeClr val="bg2"/>
              </a:buClr>
              <a:buFont typeface="Arial" panose="020B0604020202020204" pitchFamily="34" charset="0"/>
              <a:buChar char="•"/>
              <a:tabLst/>
              <a:defRPr sz="1600" kern="1200">
                <a:solidFill>
                  <a:schemeClr val="tx1">
                    <a:lumMod val="85000"/>
                    <a:lumOff val="15000"/>
                  </a:schemeClr>
                </a:solidFill>
                <a:latin typeface="Aptos" panose="020B0004020202020204" pitchFamily="34" charset="0"/>
                <a:ea typeface="+mn-ea"/>
                <a:cs typeface="Segoe UI" panose="020B0502040204020203" pitchFamily="34" charset="0"/>
              </a:defRPr>
            </a:lvl2pPr>
            <a:lvl3pPr marL="679450" indent="-227013" algn="l" defTabSz="914400" rtl="0" eaLnBrk="1" latinLnBrk="0" hangingPunct="1">
              <a:lnSpc>
                <a:spcPct val="90000"/>
              </a:lnSpc>
              <a:spcBef>
                <a:spcPts val="500"/>
              </a:spcBef>
              <a:buClr>
                <a:schemeClr val="bg2"/>
              </a:buClr>
              <a:buFont typeface="Arial" panose="020B0604020202020204" pitchFamily="34" charset="0"/>
              <a:buChar char="•"/>
              <a:tabLst/>
              <a:defRPr sz="1400" kern="1200">
                <a:solidFill>
                  <a:schemeClr val="tx1">
                    <a:lumMod val="85000"/>
                    <a:lumOff val="15000"/>
                  </a:schemeClr>
                </a:solidFill>
                <a:latin typeface="Aptos" panose="020B0004020202020204" pitchFamily="34" charset="0"/>
                <a:ea typeface="+mn-ea"/>
                <a:cs typeface="Segoe UI" panose="020B0502040204020203" pitchFamily="34" charset="0"/>
              </a:defRPr>
            </a:lvl3pPr>
            <a:lvl4pPr marL="936625" indent="-227013" algn="l" defTabSz="914400" rtl="0" eaLnBrk="1" latinLnBrk="0" hangingPunct="1">
              <a:lnSpc>
                <a:spcPct val="90000"/>
              </a:lnSpc>
              <a:spcBef>
                <a:spcPts val="500"/>
              </a:spcBef>
              <a:buClr>
                <a:schemeClr val="bg2"/>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4pPr>
            <a:lvl5pPr marL="1163638" indent="-227013" algn="l" defTabSz="914400" rtl="0" eaLnBrk="1" latinLnBrk="0" hangingPunct="1">
              <a:lnSpc>
                <a:spcPct val="90000"/>
              </a:lnSpc>
              <a:spcBef>
                <a:spcPts val="500"/>
              </a:spcBef>
              <a:buClr>
                <a:schemeClr val="bg2"/>
              </a:buClr>
              <a:buFont typeface="Arial" panose="020B0604020202020204" pitchFamily="34" charset="0"/>
              <a:buChar char="•"/>
              <a:tabLst/>
              <a:defRPr sz="1200" kern="1200">
                <a:solidFill>
                  <a:schemeClr val="tx1">
                    <a:lumMod val="85000"/>
                    <a:lumOff val="1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Tree>
    <p:extLst>
      <p:ext uri="{BB962C8B-B14F-4D97-AF65-F5344CB8AC3E}">
        <p14:creationId xmlns:p14="http://schemas.microsoft.com/office/powerpoint/2010/main" val="13408669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9969-AA58-8E7D-824A-4E725C801FD2}"/>
              </a:ext>
            </a:extLst>
          </p:cNvPr>
          <p:cNvSpPr>
            <a:spLocks noGrp="1"/>
          </p:cNvSpPr>
          <p:nvPr>
            <p:ph type="title" hasCustomPrompt="1"/>
          </p:nvPr>
        </p:nvSpPr>
        <p:spPr/>
        <p:txBody>
          <a:bodyPr/>
          <a:lstStyle>
            <a:lvl1pPr>
              <a:defRPr>
                <a:latin typeface="Aptos" panose="020B0004020202020204" pitchFamily="34" charset="0"/>
              </a:defRPr>
            </a:lvl1pPr>
          </a:lstStyle>
          <a:p>
            <a:r>
              <a:rPr lang="en-GB"/>
              <a:t>Slide Title (Executive Summary)</a:t>
            </a:r>
            <a:endParaRPr lang="en-NL"/>
          </a:p>
        </p:txBody>
      </p:sp>
      <p:sp>
        <p:nvSpPr>
          <p:cNvPr id="3" name="Content Placeholder 5">
            <a:extLst>
              <a:ext uri="{FF2B5EF4-FFF2-40B4-BE49-F238E27FC236}">
                <a16:creationId xmlns:a16="http://schemas.microsoft.com/office/drawing/2014/main" id="{EAF9FDA0-1FE0-01BA-ECBB-94A117CBCDD1}"/>
              </a:ext>
            </a:extLst>
          </p:cNvPr>
          <p:cNvSpPr>
            <a:spLocks noGrp="1"/>
          </p:cNvSpPr>
          <p:nvPr>
            <p:ph sz="quarter" idx="12" hasCustomPrompt="1"/>
          </p:nvPr>
        </p:nvSpPr>
        <p:spPr>
          <a:xfrm>
            <a:off x="389665" y="887264"/>
            <a:ext cx="7702061" cy="973870"/>
          </a:xfrm>
          <a:prstGeom prst="rect">
            <a:avLst/>
          </a:prstGeom>
        </p:spPr>
        <p:txBody>
          <a:bodyPr/>
          <a:lstStyle>
            <a:lvl1pPr marL="0" indent="0">
              <a:buClr>
                <a:schemeClr val="accent1"/>
              </a:buClr>
              <a:buNone/>
              <a:defRPr b="1">
                <a:latin typeface="Aptos" panose="020B0004020202020204" pitchFamily="34" charset="0"/>
              </a:defRPr>
            </a:lvl1pPr>
            <a:lvl2pPr marL="185738" indent="-185738">
              <a:buClr>
                <a:schemeClr val="accent1"/>
              </a:buClr>
              <a:tabLst/>
              <a:defRPr>
                <a:latin typeface="Aptos" panose="020B0004020202020204" pitchFamily="34" charset="0"/>
              </a:defRPr>
            </a:lvl2pPr>
          </a:lstStyle>
          <a:p>
            <a:pPr lvl="0"/>
            <a:r>
              <a:rPr lang="en-GB"/>
              <a:t>Add Client Vision/Context here</a:t>
            </a:r>
          </a:p>
          <a:p>
            <a:pPr lvl="1"/>
            <a:r>
              <a:rPr lang="en-GB"/>
              <a:t>Second level</a:t>
            </a:r>
          </a:p>
        </p:txBody>
      </p:sp>
      <p:sp>
        <p:nvSpPr>
          <p:cNvPr id="5" name="Content Placeholder 5">
            <a:extLst>
              <a:ext uri="{FF2B5EF4-FFF2-40B4-BE49-F238E27FC236}">
                <a16:creationId xmlns:a16="http://schemas.microsoft.com/office/drawing/2014/main" id="{0B38245C-B713-A8E6-0F7F-42E567414424}"/>
              </a:ext>
            </a:extLst>
          </p:cNvPr>
          <p:cNvSpPr>
            <a:spLocks noGrp="1"/>
          </p:cNvSpPr>
          <p:nvPr>
            <p:ph sz="quarter" idx="13" hasCustomPrompt="1"/>
          </p:nvPr>
        </p:nvSpPr>
        <p:spPr>
          <a:xfrm>
            <a:off x="8408505" y="887263"/>
            <a:ext cx="3413610" cy="4166239"/>
          </a:xfrm>
          <a:prstGeom prst="rect">
            <a:avLst/>
          </a:prstGeom>
        </p:spPr>
        <p:txBody>
          <a:bodyPr/>
          <a:lstStyle>
            <a:lvl1pPr marL="0" indent="0">
              <a:buClr>
                <a:schemeClr val="accent1"/>
              </a:buClr>
              <a:buNone/>
              <a:defRPr b="1">
                <a:latin typeface="Aptos" panose="020B0004020202020204" pitchFamily="34" charset="0"/>
              </a:defRPr>
            </a:lvl1pPr>
            <a:lvl2pPr>
              <a:buClr>
                <a:schemeClr val="accent1"/>
              </a:buClr>
              <a:defRPr>
                <a:latin typeface="Aptos" panose="020B0004020202020204" pitchFamily="34" charset="0"/>
              </a:defRPr>
            </a:lvl2pPr>
          </a:lstStyle>
          <a:p>
            <a:pPr lvl="0"/>
            <a:r>
              <a:rPr lang="en-GB"/>
              <a:t>Add any Relevant Experience here</a:t>
            </a:r>
          </a:p>
          <a:p>
            <a:pPr lvl="1"/>
            <a:r>
              <a:rPr lang="en-GB"/>
              <a:t>Second level</a:t>
            </a:r>
          </a:p>
        </p:txBody>
      </p:sp>
      <p:sp>
        <p:nvSpPr>
          <p:cNvPr id="7" name="Content Placeholder 5">
            <a:extLst>
              <a:ext uri="{FF2B5EF4-FFF2-40B4-BE49-F238E27FC236}">
                <a16:creationId xmlns:a16="http://schemas.microsoft.com/office/drawing/2014/main" id="{D7E2E514-74B7-B2CE-6BA8-BBB534659A27}"/>
              </a:ext>
            </a:extLst>
          </p:cNvPr>
          <p:cNvSpPr>
            <a:spLocks noGrp="1"/>
          </p:cNvSpPr>
          <p:nvPr>
            <p:ph sz="quarter" idx="14" hasCustomPrompt="1"/>
          </p:nvPr>
        </p:nvSpPr>
        <p:spPr>
          <a:xfrm>
            <a:off x="389665" y="2035268"/>
            <a:ext cx="7702061" cy="1106518"/>
          </a:xfrm>
          <a:prstGeom prst="rect">
            <a:avLst/>
          </a:prstGeom>
        </p:spPr>
        <p:txBody>
          <a:bodyPr/>
          <a:lstStyle>
            <a:lvl1pPr marL="0" indent="0">
              <a:buClr>
                <a:schemeClr val="accent1"/>
              </a:buClr>
              <a:buNone/>
              <a:defRPr b="1">
                <a:latin typeface="Aptos" panose="020B0004020202020204" pitchFamily="34" charset="0"/>
              </a:defRPr>
            </a:lvl1pPr>
            <a:lvl2pPr marL="185738" indent="-185738">
              <a:buClr>
                <a:schemeClr val="accent1"/>
              </a:buClr>
              <a:tabLst/>
              <a:defRPr>
                <a:latin typeface="Aptos" panose="020B0004020202020204" pitchFamily="34" charset="0"/>
              </a:defRPr>
            </a:lvl2pPr>
          </a:lstStyle>
          <a:p>
            <a:pPr lvl="0"/>
            <a:r>
              <a:rPr lang="en-GB"/>
              <a:t>Add TCS </a:t>
            </a:r>
            <a:r>
              <a:rPr lang="en-GB" err="1"/>
              <a:t>PoV</a:t>
            </a:r>
            <a:r>
              <a:rPr lang="en-GB"/>
              <a:t> / Strategic Importance here</a:t>
            </a:r>
          </a:p>
          <a:p>
            <a:pPr lvl="1"/>
            <a:r>
              <a:rPr lang="en-GB"/>
              <a:t>Second level</a:t>
            </a:r>
          </a:p>
        </p:txBody>
      </p:sp>
      <p:sp>
        <p:nvSpPr>
          <p:cNvPr id="8" name="Content Placeholder 5">
            <a:extLst>
              <a:ext uri="{FF2B5EF4-FFF2-40B4-BE49-F238E27FC236}">
                <a16:creationId xmlns:a16="http://schemas.microsoft.com/office/drawing/2014/main" id="{F4487C3A-2DB0-26EF-7292-AF7AD3EBA1F9}"/>
              </a:ext>
            </a:extLst>
          </p:cNvPr>
          <p:cNvSpPr>
            <a:spLocks noGrp="1"/>
          </p:cNvSpPr>
          <p:nvPr>
            <p:ph sz="quarter" idx="15" hasCustomPrompt="1"/>
          </p:nvPr>
        </p:nvSpPr>
        <p:spPr>
          <a:xfrm>
            <a:off x="389665" y="3323494"/>
            <a:ext cx="7702061" cy="1730008"/>
          </a:xfrm>
          <a:prstGeom prst="rect">
            <a:avLst/>
          </a:prstGeom>
        </p:spPr>
        <p:txBody>
          <a:bodyPr numCol="2" spcCol="180000"/>
          <a:lstStyle>
            <a:lvl1pPr marL="0" indent="0">
              <a:buClr>
                <a:schemeClr val="accent1"/>
              </a:buClr>
              <a:buNone/>
              <a:defRPr b="1">
                <a:latin typeface="Aptos" panose="020B0004020202020204" pitchFamily="34" charset="0"/>
              </a:defRPr>
            </a:lvl1pPr>
            <a:lvl2pPr marL="185738" indent="-185738">
              <a:buClr>
                <a:schemeClr val="accent1"/>
              </a:buClr>
              <a:tabLst/>
              <a:defRPr>
                <a:latin typeface="Aptos" panose="020B0004020202020204" pitchFamily="34" charset="0"/>
              </a:defRPr>
            </a:lvl2pPr>
          </a:lstStyle>
          <a:p>
            <a:pPr lvl="0"/>
            <a:r>
              <a:rPr lang="en-GB"/>
              <a:t>Add TCS Solution/Approach here</a:t>
            </a:r>
          </a:p>
          <a:p>
            <a:pPr lvl="1"/>
            <a:r>
              <a:rPr lang="en-GB"/>
              <a:t>Second level</a:t>
            </a:r>
          </a:p>
        </p:txBody>
      </p:sp>
      <p:sp>
        <p:nvSpPr>
          <p:cNvPr id="9" name="Content Placeholder 5">
            <a:extLst>
              <a:ext uri="{FF2B5EF4-FFF2-40B4-BE49-F238E27FC236}">
                <a16:creationId xmlns:a16="http://schemas.microsoft.com/office/drawing/2014/main" id="{288CF304-6402-C758-0870-ADEAB5378387}"/>
              </a:ext>
            </a:extLst>
          </p:cNvPr>
          <p:cNvSpPr>
            <a:spLocks noGrp="1"/>
          </p:cNvSpPr>
          <p:nvPr>
            <p:ph sz="quarter" idx="16" hasCustomPrompt="1"/>
          </p:nvPr>
        </p:nvSpPr>
        <p:spPr>
          <a:xfrm>
            <a:off x="389666" y="5227637"/>
            <a:ext cx="11432448" cy="973870"/>
          </a:xfrm>
          <a:prstGeom prst="rect">
            <a:avLst/>
          </a:prstGeom>
        </p:spPr>
        <p:txBody>
          <a:bodyPr anchor="ctr"/>
          <a:lstStyle>
            <a:lvl1pPr marL="0" indent="0">
              <a:buClr>
                <a:schemeClr val="accent1"/>
              </a:buClr>
              <a:buNone/>
              <a:defRPr b="1">
                <a:latin typeface="Aptos" panose="020B0004020202020204" pitchFamily="34" charset="0"/>
              </a:defRPr>
            </a:lvl1pPr>
          </a:lstStyle>
          <a:p>
            <a:pPr lvl="0"/>
            <a:r>
              <a:rPr lang="en-GB"/>
              <a:t>Add Accolades (text or Icons) here</a:t>
            </a:r>
          </a:p>
        </p:txBody>
      </p:sp>
      <p:sp>
        <p:nvSpPr>
          <p:cNvPr id="6" name="TextBox 5">
            <a:extLst>
              <a:ext uri="{FF2B5EF4-FFF2-40B4-BE49-F238E27FC236}">
                <a16:creationId xmlns:a16="http://schemas.microsoft.com/office/drawing/2014/main" id="{2A5771DE-0CB2-89E0-235B-935013AC083C}"/>
              </a:ext>
            </a:extLst>
          </p:cNvPr>
          <p:cNvSpPr txBox="1"/>
          <p:nvPr userDrawn="1"/>
        </p:nvSpPr>
        <p:spPr>
          <a:xfrm>
            <a:off x="-246185" y="3587262"/>
            <a:ext cx="0" cy="0"/>
          </a:xfrm>
          <a:prstGeom prst="rect">
            <a:avLst/>
          </a:prstGeom>
          <a:noFill/>
        </p:spPr>
        <p:txBody>
          <a:bodyPr wrap="none" lIns="0" tIns="0" rIns="0" bIns="0" rtlCol="0" anchor="ctr" anchorCtr="0">
            <a:noAutofit/>
          </a:bodyPr>
          <a:lstStyle/>
          <a:p>
            <a:pPr algn="ctr"/>
            <a:endParaRPr lang="en-NL" sz="1600">
              <a:solidFill>
                <a:schemeClr val="tx1"/>
              </a:solidFill>
            </a:endParaRPr>
          </a:p>
        </p:txBody>
      </p:sp>
    </p:spTree>
    <p:extLst>
      <p:ext uri="{BB962C8B-B14F-4D97-AF65-F5344CB8AC3E}">
        <p14:creationId xmlns:p14="http://schemas.microsoft.com/office/powerpoint/2010/main" val="29811863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Custom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8D87-8B94-4E76-9CDA-6586738B099F}"/>
              </a:ext>
            </a:extLst>
          </p:cNvPr>
          <p:cNvSpPr>
            <a:spLocks noGrp="1"/>
          </p:cNvSpPr>
          <p:nvPr>
            <p:ph type="title" hasCustomPrompt="1"/>
          </p:nvPr>
        </p:nvSpPr>
        <p:spPr/>
        <p:txBody>
          <a:bodyPr/>
          <a:lstStyle/>
          <a:p>
            <a:r>
              <a:rPr lang="en-GB"/>
              <a:t>Slide Title (Custom)</a:t>
            </a:r>
            <a:endParaRPr lang="en-US"/>
          </a:p>
        </p:txBody>
      </p:sp>
    </p:spTree>
    <p:extLst>
      <p:ext uri="{BB962C8B-B14F-4D97-AF65-F5344CB8AC3E}">
        <p14:creationId xmlns:p14="http://schemas.microsoft.com/office/powerpoint/2010/main" val="3397224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5267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Standard Text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9969-AA58-8E7D-824A-4E725C801FD2}"/>
              </a:ext>
            </a:extLst>
          </p:cNvPr>
          <p:cNvSpPr>
            <a:spLocks noGrp="1"/>
          </p:cNvSpPr>
          <p:nvPr>
            <p:ph type="title" hasCustomPrompt="1"/>
          </p:nvPr>
        </p:nvSpPr>
        <p:spPr/>
        <p:txBody>
          <a:bodyPr/>
          <a:lstStyle>
            <a:lvl1pPr>
              <a:defRPr>
                <a:solidFill>
                  <a:schemeClr val="bg1"/>
                </a:solidFill>
                <a:latin typeface="Aptos" panose="020B0004020202020204" pitchFamily="34" charset="0"/>
              </a:defRPr>
            </a:lvl1pPr>
          </a:lstStyle>
          <a:p>
            <a:r>
              <a:rPr lang="en-GB"/>
              <a:t>Slide Title (Standard Text)</a:t>
            </a:r>
            <a:endParaRPr lang="en-NL"/>
          </a:p>
        </p:txBody>
      </p:sp>
      <p:sp>
        <p:nvSpPr>
          <p:cNvPr id="6" name="Content Placeholder 5">
            <a:extLst>
              <a:ext uri="{FF2B5EF4-FFF2-40B4-BE49-F238E27FC236}">
                <a16:creationId xmlns:a16="http://schemas.microsoft.com/office/drawing/2014/main" id="{BCDD0841-1F35-9C4E-0619-E2C17C145E69}"/>
              </a:ext>
            </a:extLst>
          </p:cNvPr>
          <p:cNvSpPr>
            <a:spLocks noGrp="1"/>
          </p:cNvSpPr>
          <p:nvPr>
            <p:ph sz="quarter" idx="12" hasCustomPrompt="1"/>
          </p:nvPr>
        </p:nvSpPr>
        <p:spPr>
          <a:xfrm>
            <a:off x="381000" y="1262743"/>
            <a:ext cx="11477170" cy="4680857"/>
          </a:xfrm>
          <a:prstGeom prst="rect">
            <a:avLst/>
          </a:prstGeom>
        </p:spPr>
        <p:txBody>
          <a:bodyPr vert="horz" lIns="0" tIns="45720" rIns="91440" bIns="45720" rtlCol="0" anchor="ctr">
            <a:normAutofit/>
          </a:bodyPr>
          <a:lstStyle>
            <a:lvl1pPr marL="216000" indent="-2160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bg1">
                    <a:lumMod val="95000"/>
                  </a:schemeClr>
                </a:solidFill>
                <a:latin typeface="Aptos" panose="020B0004020202020204" pitchFamily="34" charset="0"/>
                <a:ea typeface="+mn-ea"/>
                <a:cs typeface="Segoe UI" panose="020B0502040204020203" pitchFamily="34" charset="0"/>
              </a:defRPr>
            </a:lvl1pPr>
            <a:lvl2pPr marL="432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600" kern="1200">
                <a:solidFill>
                  <a:schemeClr val="bg1">
                    <a:lumMod val="85000"/>
                  </a:schemeClr>
                </a:solidFill>
                <a:latin typeface="Aptos" panose="020B0004020202020204" pitchFamily="34" charset="0"/>
                <a:ea typeface="+mn-ea"/>
                <a:cs typeface="Segoe UI" panose="020B0502040204020203" pitchFamily="34" charset="0"/>
              </a:defRPr>
            </a:lvl2pPr>
            <a:lvl3pPr marL="684000" indent="-216000" algn="l" defTabSz="914400" rtl="0" eaLnBrk="1" latinLnBrk="0" hangingPunct="1">
              <a:lnSpc>
                <a:spcPct val="90000"/>
              </a:lnSpc>
              <a:spcBef>
                <a:spcPts val="500"/>
              </a:spcBef>
              <a:buClr>
                <a:schemeClr val="accent1"/>
              </a:buClr>
              <a:buFont typeface="Arial" panose="020B0604020202020204" pitchFamily="34" charset="0"/>
              <a:buChar char="•"/>
              <a:tabLst/>
              <a:defRPr sz="1400" kern="1200">
                <a:solidFill>
                  <a:schemeClr val="bg1">
                    <a:lumMod val="75000"/>
                  </a:schemeClr>
                </a:solidFill>
                <a:latin typeface="Aptos" panose="020B0004020202020204" pitchFamily="34" charset="0"/>
                <a:ea typeface="+mn-ea"/>
                <a:cs typeface="Segoe UI" panose="020B0502040204020203" pitchFamily="34" charset="0"/>
              </a:defRPr>
            </a:lvl3pPr>
            <a:lvl4pPr marL="90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bg1">
                    <a:lumMod val="75000"/>
                  </a:schemeClr>
                </a:solidFill>
                <a:latin typeface="Aptos" panose="020B0004020202020204" pitchFamily="34" charset="0"/>
                <a:ea typeface="+mn-ea"/>
                <a:cs typeface="Segoe UI" panose="020B0502040204020203" pitchFamily="34" charset="0"/>
              </a:defRPr>
            </a:lvl4pPr>
            <a:lvl5pPr marL="1080000" indent="-180000" algn="l" defTabSz="914400" rtl="0" eaLnBrk="1" latinLnBrk="0" hangingPunct="1">
              <a:lnSpc>
                <a:spcPct val="90000"/>
              </a:lnSpc>
              <a:spcBef>
                <a:spcPts val="500"/>
              </a:spcBef>
              <a:buClr>
                <a:schemeClr val="accent1"/>
              </a:buClr>
              <a:buFont typeface="Arial" panose="020B0604020202020204" pitchFamily="34" charset="0"/>
              <a:buChar char="•"/>
              <a:tabLst/>
              <a:defRPr sz="1200" kern="1200">
                <a:solidFill>
                  <a:schemeClr val="bg1">
                    <a:lumMod val="75000"/>
                  </a:schemeClr>
                </a:solidFill>
                <a:latin typeface="Aptos" panose="020B0004020202020204"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Add paragraph or bullet text here</a:t>
            </a:r>
          </a:p>
          <a:p>
            <a:pPr lvl="1"/>
            <a:r>
              <a:rPr lang="en-GB"/>
              <a:t>Second level</a:t>
            </a:r>
          </a:p>
          <a:p>
            <a:pPr lvl="2"/>
            <a:r>
              <a:rPr lang="en-GB"/>
              <a:t>Third level</a:t>
            </a:r>
          </a:p>
          <a:p>
            <a:pPr lvl="3"/>
            <a:r>
              <a:rPr lang="en-GB"/>
              <a:t>Fourth level</a:t>
            </a:r>
          </a:p>
          <a:p>
            <a:pPr lvl="4"/>
            <a:r>
              <a:rPr lang="en-GB"/>
              <a:t>Fifth level</a:t>
            </a:r>
            <a:endParaRPr lang="en-NL"/>
          </a:p>
        </p:txBody>
      </p:sp>
    </p:spTree>
    <p:extLst>
      <p:ext uri="{BB962C8B-B14F-4D97-AF65-F5344CB8AC3E}">
        <p14:creationId xmlns:p14="http://schemas.microsoft.com/office/powerpoint/2010/main" val="4111113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Standard Text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9969-AA58-8E7D-824A-4E725C801FD2}"/>
              </a:ext>
            </a:extLst>
          </p:cNvPr>
          <p:cNvSpPr>
            <a:spLocks noGrp="1"/>
          </p:cNvSpPr>
          <p:nvPr>
            <p:ph type="title" hasCustomPrompt="1"/>
          </p:nvPr>
        </p:nvSpPr>
        <p:spPr/>
        <p:txBody>
          <a:bodyPr/>
          <a:lstStyle>
            <a:lvl1pPr>
              <a:defRPr>
                <a:solidFill>
                  <a:schemeClr val="bg1"/>
                </a:solidFill>
                <a:latin typeface="Aptos" panose="020B0004020202020204" pitchFamily="34" charset="0"/>
              </a:defRPr>
            </a:lvl1pPr>
          </a:lstStyle>
          <a:p>
            <a:r>
              <a:rPr lang="en-GB"/>
              <a:t>Slide Title (Standard Text)</a:t>
            </a:r>
            <a:endParaRPr lang="en-NL"/>
          </a:p>
        </p:txBody>
      </p:sp>
    </p:spTree>
    <p:extLst>
      <p:ext uri="{BB962C8B-B14F-4D97-AF65-F5344CB8AC3E}">
        <p14:creationId xmlns:p14="http://schemas.microsoft.com/office/powerpoint/2010/main" val="37255242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Standard Text Slid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98634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Divider Slide (Black)">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14E109-FB3C-6953-F483-7F1681A9C5A0}"/>
              </a:ext>
            </a:extLst>
          </p:cNvPr>
          <p:cNvSpPr/>
          <p:nvPr userDrawn="1"/>
        </p:nvSpPr>
        <p:spPr>
          <a:xfrm>
            <a:off x="6096000" y="-16132"/>
            <a:ext cx="6096000" cy="687413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600"/>
          </a:p>
        </p:txBody>
      </p:sp>
      <p:sp>
        <p:nvSpPr>
          <p:cNvPr id="2" name="Title 1">
            <a:extLst>
              <a:ext uri="{FF2B5EF4-FFF2-40B4-BE49-F238E27FC236}">
                <a16:creationId xmlns:a16="http://schemas.microsoft.com/office/drawing/2014/main" id="{AFA97239-289B-4797-A845-B94F72C3D875}"/>
              </a:ext>
            </a:extLst>
          </p:cNvPr>
          <p:cNvSpPr>
            <a:spLocks noGrp="1"/>
          </p:cNvSpPr>
          <p:nvPr>
            <p:ph type="title" hasCustomPrompt="1"/>
          </p:nvPr>
        </p:nvSpPr>
        <p:spPr>
          <a:xfrm>
            <a:off x="370417" y="3196021"/>
            <a:ext cx="5001683" cy="463525"/>
          </a:xfrm>
        </p:spPr>
        <p:txBody>
          <a:bodyPr/>
          <a:lstStyle>
            <a:lvl1pPr>
              <a:defRPr>
                <a:solidFill>
                  <a:schemeClr val="bg1"/>
                </a:solidFill>
                <a:latin typeface="Aptos" panose="020B0004020202020204" pitchFamily="34" charset="0"/>
              </a:defRPr>
            </a:lvl1pPr>
          </a:lstStyle>
          <a:p>
            <a:r>
              <a:rPr lang="en-US"/>
              <a:t>Divider Slide (Black)</a:t>
            </a:r>
          </a:p>
        </p:txBody>
      </p:sp>
      <p:sp>
        <p:nvSpPr>
          <p:cNvPr id="3" name="Picture Placeholder 2">
            <a:extLst>
              <a:ext uri="{FF2B5EF4-FFF2-40B4-BE49-F238E27FC236}">
                <a16:creationId xmlns:a16="http://schemas.microsoft.com/office/drawing/2014/main" id="{FE96B1F0-893B-2FDF-E90A-C53B2FD97BCD}"/>
              </a:ext>
            </a:extLst>
          </p:cNvPr>
          <p:cNvSpPr>
            <a:spLocks noGrp="1"/>
          </p:cNvSpPr>
          <p:nvPr>
            <p:ph type="pic" sz="quarter" idx="10"/>
          </p:nvPr>
        </p:nvSpPr>
        <p:spPr>
          <a:xfrm>
            <a:off x="6096000" y="1463041"/>
            <a:ext cx="6096000" cy="3873182"/>
          </a:xfrm>
          <a:prstGeom prst="rect">
            <a:avLst/>
          </a:prstGeom>
        </p:spPr>
        <p:txBody>
          <a:bodyPr anchor="ctr"/>
          <a:lstStyle>
            <a:lvl1pPr marL="0" indent="0">
              <a:buNone/>
              <a:defRPr>
                <a:solidFill>
                  <a:schemeClr val="accent1"/>
                </a:solidFill>
                <a:latin typeface="Aptos" panose="020B0004020202020204" pitchFamily="34" charset="0"/>
              </a:defRPr>
            </a:lvl1pPr>
          </a:lstStyle>
          <a:p>
            <a:endParaRPr lang="en-NL"/>
          </a:p>
        </p:txBody>
      </p:sp>
    </p:spTree>
    <p:extLst>
      <p:ext uri="{BB962C8B-B14F-4D97-AF65-F5344CB8AC3E}">
        <p14:creationId xmlns:p14="http://schemas.microsoft.com/office/powerpoint/2010/main" val="20081739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6968-BDB6-BA7E-E310-75AAD89452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EFF050C-DCBD-809D-3EB4-EA8E990018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6F387AF1-BC2D-0C3A-005B-96B35946E5C5}"/>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5" name="Footer Placeholder 4">
            <a:extLst>
              <a:ext uri="{FF2B5EF4-FFF2-40B4-BE49-F238E27FC236}">
                <a16:creationId xmlns:a16="http://schemas.microsoft.com/office/drawing/2014/main" id="{0C6A2D4E-ECDA-2BDB-1201-2170F475CA2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9DA403C-90B5-5C6A-3A4E-706C7D463050}"/>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41690647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51325-F610-2073-F914-4C8554685A4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CCFC227-4027-31E2-4AF1-FC56295CBA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B0FBDF2-9E79-991B-E0BA-62AD0DC01F5A}"/>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5" name="Footer Placeholder 4">
            <a:extLst>
              <a:ext uri="{FF2B5EF4-FFF2-40B4-BE49-F238E27FC236}">
                <a16:creationId xmlns:a16="http://schemas.microsoft.com/office/drawing/2014/main" id="{A56B52F9-1D1A-FC91-D152-7CD08F92448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38D2FB-47CC-AF4A-A730-344F8C0CD919}"/>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16927311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ACC9B-10F7-3ED4-DAC2-69F69E168E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21DC16C-65F3-31C0-AA39-C5B988C5F5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4A37FC-2AE8-C94E-7C14-F66C8379FE52}"/>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5" name="Footer Placeholder 4">
            <a:extLst>
              <a:ext uri="{FF2B5EF4-FFF2-40B4-BE49-F238E27FC236}">
                <a16:creationId xmlns:a16="http://schemas.microsoft.com/office/drawing/2014/main" id="{2ED2C2D9-F4D6-9DD4-CA3B-940D392A0E0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E1E5A0D-DDA9-21D4-F75F-D57F38464B72}"/>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31351136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6C67-C393-5F8D-B827-373596DC3E5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4B88EC2-8A20-A67A-5F8F-B6DD3E4B34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34EC32E6-B6D4-5630-26EE-66F4E5F9F9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D9B93EE4-DDD6-C37F-2BA0-BD6F38CCBBDD}"/>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6" name="Footer Placeholder 5">
            <a:extLst>
              <a:ext uri="{FF2B5EF4-FFF2-40B4-BE49-F238E27FC236}">
                <a16:creationId xmlns:a16="http://schemas.microsoft.com/office/drawing/2014/main" id="{7F723E30-4C63-1420-DFA9-E3D728483F2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5CACE88-C56C-2DAC-A90D-E38E94A5401D}"/>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7986537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9AF6-0CDB-85DA-CE17-22E182A4D3C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D2EB87D-01A1-81E6-13A0-C96A73B9ED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CA53FC-7DB0-70F5-4437-953E703FB1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550AFE48-40B3-C7B5-C09F-7D1FDF6352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36F3D-43A3-87C6-7B0E-5685FACDD3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107BB9B-3064-465D-0F53-FAD93FD5363F}"/>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8" name="Footer Placeholder 7">
            <a:extLst>
              <a:ext uri="{FF2B5EF4-FFF2-40B4-BE49-F238E27FC236}">
                <a16:creationId xmlns:a16="http://schemas.microsoft.com/office/drawing/2014/main" id="{15434FF6-CA43-BD5C-ED53-37B1B7D8FA7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C37DA82-4625-3765-20E8-6497829CF7CE}"/>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41420537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6B467-1AC8-CD49-EE0A-F7C9C3C68B8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A5F6A41-65E6-4017-AD3B-05F3A440D622}"/>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4" name="Footer Placeholder 3">
            <a:extLst>
              <a:ext uri="{FF2B5EF4-FFF2-40B4-BE49-F238E27FC236}">
                <a16:creationId xmlns:a16="http://schemas.microsoft.com/office/drawing/2014/main" id="{A1FABE5D-E61F-D7B6-2F72-E868C6526BB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630229B-4A1E-2E6C-A1A7-28D76B3925DB}"/>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1270906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81032D-4A38-0356-B23B-4DA0D9C68EAD}"/>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3" name="Footer Placeholder 2">
            <a:extLst>
              <a:ext uri="{FF2B5EF4-FFF2-40B4-BE49-F238E27FC236}">
                <a16:creationId xmlns:a16="http://schemas.microsoft.com/office/drawing/2014/main" id="{E77A0B31-720E-1B00-29B3-F0F60C8D5648}"/>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3C02F007-5443-6B7E-082E-2A43873044CB}"/>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33871856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850DD-4886-EFFC-1C10-AC8FECBA3F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53385893-F3A5-CBE7-C0D3-2D492EFB4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959C5EA6-B39A-B719-1621-53A0FC26C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B4C292-AB1E-B080-8E22-7D007D39BFF3}"/>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6" name="Footer Placeholder 5">
            <a:extLst>
              <a:ext uri="{FF2B5EF4-FFF2-40B4-BE49-F238E27FC236}">
                <a16:creationId xmlns:a16="http://schemas.microsoft.com/office/drawing/2014/main" id="{B2CC7DC7-0F47-D300-22DB-BFA66F68D6B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6EAB83F-97AF-78BD-480A-5D73629AFF2E}"/>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962982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489DE-8D5D-30D3-79F1-DAFDD50624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C7BFFFB-F85B-10FB-3EC3-66DA636BBF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B155B9F-8DD8-F9CD-44C3-6E6A356261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2FE736-DD9D-EB29-CAA3-9BD07BB6A673}"/>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6" name="Footer Placeholder 5">
            <a:extLst>
              <a:ext uri="{FF2B5EF4-FFF2-40B4-BE49-F238E27FC236}">
                <a16:creationId xmlns:a16="http://schemas.microsoft.com/office/drawing/2014/main" id="{36D794F6-D2EA-038B-1900-2DF386A61CB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2BEEB0A-0B8E-9084-311C-231E9E25BACE}"/>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36397311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DBEED-35D6-6F97-FAD9-1CE38917EF3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397D6C0-80C4-1ABE-F375-CBA01D96C5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2C93521-8528-60BE-CB30-B168301B4B56}"/>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5" name="Footer Placeholder 4">
            <a:extLst>
              <a:ext uri="{FF2B5EF4-FFF2-40B4-BE49-F238E27FC236}">
                <a16:creationId xmlns:a16="http://schemas.microsoft.com/office/drawing/2014/main" id="{6339AFBC-D5FD-3125-EB77-7EE525B7499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39338B0-B96C-4305-F060-547748E687C5}"/>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4589573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8AB15D-A41D-3D21-070D-A36D82BBA8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4C3277F-4D51-C198-7BFB-BD312DFE16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6FE08FC-D4C9-AB5E-2F40-F89566916C90}"/>
              </a:ext>
            </a:extLst>
          </p:cNvPr>
          <p:cNvSpPr>
            <a:spLocks noGrp="1"/>
          </p:cNvSpPr>
          <p:nvPr>
            <p:ph type="dt" sz="half" idx="10"/>
          </p:nvPr>
        </p:nvSpPr>
        <p:spPr/>
        <p:txBody>
          <a:bodyPr/>
          <a:lstStyle/>
          <a:p>
            <a:fld id="{11852D8A-DBB6-4010-BD04-D9B8DBDCF4B5}" type="datetimeFigureOut">
              <a:rPr lang="en-AU" smtClean="0"/>
              <a:t>27/03/2025</a:t>
            </a:fld>
            <a:endParaRPr lang="en-AU"/>
          </a:p>
        </p:txBody>
      </p:sp>
      <p:sp>
        <p:nvSpPr>
          <p:cNvPr id="5" name="Footer Placeholder 4">
            <a:extLst>
              <a:ext uri="{FF2B5EF4-FFF2-40B4-BE49-F238E27FC236}">
                <a16:creationId xmlns:a16="http://schemas.microsoft.com/office/drawing/2014/main" id="{00B96DF4-7A5C-445B-98DF-8320D33E436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631F914-7C07-7ECE-16A2-C356CA4ED139}"/>
              </a:ext>
            </a:extLst>
          </p:cNvPr>
          <p:cNvSpPr>
            <a:spLocks noGrp="1"/>
          </p:cNvSpPr>
          <p:nvPr>
            <p:ph type="sldNum" sz="quarter" idx="12"/>
          </p:nvPr>
        </p:nvSpPr>
        <p:spPr/>
        <p:txBody>
          <a:bodyPr/>
          <a:lstStyle/>
          <a:p>
            <a:fld id="{79A00A0D-1D7E-4D26-81D2-88396350DC2A}" type="slidenum">
              <a:rPr lang="en-AU" smtClean="0"/>
              <a:t>‹#›</a:t>
            </a:fld>
            <a:endParaRPr lang="en-AU"/>
          </a:p>
        </p:txBody>
      </p:sp>
    </p:spTree>
    <p:extLst>
      <p:ext uri="{BB962C8B-B14F-4D97-AF65-F5344CB8AC3E}">
        <p14:creationId xmlns:p14="http://schemas.microsoft.com/office/powerpoint/2010/main" val="1956359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21" Type="http://schemas.openxmlformats.org/officeDocument/2006/relationships/image" Target="../media/image8.png"/><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theme" Target="../theme/theme2.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62FB5B-E3D4-A04D-96AC-69FB7B45B42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0C324E-2A39-AE43-8B16-C484DE9005E5}"/>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4F74A9-6DDA-B841-9B5E-ED306548AF2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CB28D82-31AE-7B40-8648-B59C2C34C98B}" type="datetime1">
              <a:rPr lang="en-AU" smtClean="0"/>
              <a:t>27/03/2025</a:t>
            </a:fld>
            <a:endParaRPr lang="en-US"/>
          </a:p>
        </p:txBody>
      </p:sp>
      <p:sp>
        <p:nvSpPr>
          <p:cNvPr id="5" name="Footer Placeholder 4">
            <a:extLst>
              <a:ext uri="{FF2B5EF4-FFF2-40B4-BE49-F238E27FC236}">
                <a16:creationId xmlns:a16="http://schemas.microsoft.com/office/drawing/2014/main" id="{DFD2692F-96FD-744E-84BF-4AB0EFEE3DD8}"/>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r"/>
            <a:r>
              <a:rPr lang="en-AU"/>
              <a:t>Sydney Water PowerPoint template</a:t>
            </a:r>
          </a:p>
        </p:txBody>
      </p:sp>
      <p:sp>
        <p:nvSpPr>
          <p:cNvPr id="6" name="Slide Number Placeholder 5">
            <a:extLst>
              <a:ext uri="{FF2B5EF4-FFF2-40B4-BE49-F238E27FC236}">
                <a16:creationId xmlns:a16="http://schemas.microsoft.com/office/drawing/2014/main" id="{7E883745-0F97-6247-953E-0CDC121A17F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17DE0E-AFB1-41FD-BC35-27DB61CA125F}" type="slidenum">
              <a:rPr lang="en-AU" smtClean="0"/>
              <a:pPr/>
              <a:t>‹#›</a:t>
            </a:fld>
            <a:endParaRPr lang="en-AU"/>
          </a:p>
        </p:txBody>
      </p:sp>
    </p:spTree>
    <p:extLst>
      <p:ext uri="{BB962C8B-B14F-4D97-AF65-F5344CB8AC3E}">
        <p14:creationId xmlns:p14="http://schemas.microsoft.com/office/powerpoint/2010/main" val="371934913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728"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0">
          <p15:clr>
            <a:srgbClr val="F26B43"/>
          </p15:clr>
        </p15:guide>
        <p15:guide id="2" pos="5420">
          <p15:clr>
            <a:srgbClr val="F26B43"/>
          </p15:clr>
        </p15:guide>
        <p15:guide id="3" pos="340">
          <p15:clr>
            <a:srgbClr val="F26B43"/>
          </p15:clr>
        </p15:guide>
        <p15:guide id="4" orient="horz" pos="29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ADBEFC-FA18-4CB3-8943-7B03BFC04162}"/>
              </a:ext>
            </a:extLst>
          </p:cNvPr>
          <p:cNvSpPr>
            <a:spLocks noGrp="1"/>
          </p:cNvSpPr>
          <p:nvPr>
            <p:ph type="title"/>
          </p:nvPr>
        </p:nvSpPr>
        <p:spPr>
          <a:xfrm>
            <a:off x="277201" y="143888"/>
            <a:ext cx="11549612" cy="737369"/>
          </a:xfrm>
          <a:prstGeom prst="rect">
            <a:avLst/>
          </a:prstGeom>
        </p:spPr>
        <p:txBody>
          <a:bodyPr vert="horz" lIns="91440" tIns="45720" rIns="91440" bIns="45720" rtlCol="0" anchor="t">
            <a:noAutofit/>
          </a:bodyPr>
          <a:lstStyle/>
          <a:p>
            <a:pPr lvl="0"/>
            <a:r>
              <a:rPr lang="en-US"/>
              <a:t>Click to edit Master title style</a:t>
            </a:r>
          </a:p>
        </p:txBody>
      </p:sp>
      <p:cxnSp>
        <p:nvCxnSpPr>
          <p:cNvPr id="25" name="Straight Connector 24">
            <a:extLst>
              <a:ext uri="{FF2B5EF4-FFF2-40B4-BE49-F238E27FC236}">
                <a16:creationId xmlns:a16="http://schemas.microsoft.com/office/drawing/2014/main" id="{2062E987-DCEA-4D36-A8D6-3A4C817A4EDF}"/>
              </a:ext>
            </a:extLst>
          </p:cNvPr>
          <p:cNvCxnSpPr/>
          <p:nvPr userDrawn="1"/>
        </p:nvCxnSpPr>
        <p:spPr>
          <a:xfrm>
            <a:off x="6086669" y="6590128"/>
            <a:ext cx="0" cy="16956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
        <p:nvSpPr>
          <p:cNvPr id="28" name="Rectangle 71">
            <a:extLst>
              <a:ext uri="{FF2B5EF4-FFF2-40B4-BE49-F238E27FC236}">
                <a16:creationId xmlns:a16="http://schemas.microsoft.com/office/drawing/2014/main" id="{D6FF4C5E-6B0C-4334-B3AE-3C2ABAF43B4C}"/>
              </a:ext>
            </a:extLst>
          </p:cNvPr>
          <p:cNvSpPr txBox="1">
            <a:spLocks noChangeArrowheads="1"/>
          </p:cNvSpPr>
          <p:nvPr userDrawn="1"/>
        </p:nvSpPr>
        <p:spPr bwMode="auto">
          <a:xfrm>
            <a:off x="5732464" y="6590128"/>
            <a:ext cx="400784" cy="1695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sz="933" noProof="0" smtClean="0"/>
              <a:pPr lvl="0"/>
              <a:t>‹#›</a:t>
            </a:fld>
            <a:r>
              <a:rPr lang="en-US" sz="933" noProof="0"/>
              <a:t> </a:t>
            </a:r>
          </a:p>
        </p:txBody>
      </p:sp>
      <p:pic>
        <p:nvPicPr>
          <p:cNvPr id="7" name="Picture 6" descr="Blue and black text on a black background&#10;&#10;Description automatically generated">
            <a:extLst>
              <a:ext uri="{FF2B5EF4-FFF2-40B4-BE49-F238E27FC236}">
                <a16:creationId xmlns:a16="http://schemas.microsoft.com/office/drawing/2014/main" id="{8CE34014-86B1-FE9B-712D-AF6338DA5B1A}"/>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10898489" y="6299070"/>
            <a:ext cx="1109481" cy="426723"/>
          </a:xfrm>
          <a:prstGeom prst="rect">
            <a:avLst/>
          </a:prstGeom>
        </p:spPr>
      </p:pic>
    </p:spTree>
    <p:extLst>
      <p:ext uri="{BB962C8B-B14F-4D97-AF65-F5344CB8AC3E}">
        <p14:creationId xmlns:p14="http://schemas.microsoft.com/office/powerpoint/2010/main" val="130393424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Lst>
  <p:hf sldNum="0" hdr="0" dt="0"/>
  <p:txStyles>
    <p:titleStyle>
      <a:lvl1pPr algn="l" defTabSz="1219110" rtl="0" eaLnBrk="1" latinLnBrk="0" hangingPunct="1">
        <a:lnSpc>
          <a:spcPct val="90000"/>
        </a:lnSpc>
        <a:spcBef>
          <a:spcPct val="0"/>
        </a:spcBef>
        <a:buNone/>
        <a:defRPr lang="en-US" sz="2800" b="0" kern="0" baseline="0" dirty="0">
          <a:solidFill>
            <a:srgbClr val="4E84C4"/>
          </a:solidFill>
          <a:latin typeface="Aptos" panose="020B0004020202020204" pitchFamily="34" charset="0"/>
          <a:ea typeface="+mj-ea"/>
          <a:cs typeface="+mj-cs"/>
        </a:defRPr>
      </a:lvl1pPr>
    </p:titleStyle>
    <p:bodyStyle>
      <a:lvl1pPr marL="228594" indent="-228594" algn="l" defTabSz="1219110" rtl="0" eaLnBrk="1" latinLnBrk="0" hangingPunct="1">
        <a:lnSpc>
          <a:spcPct val="90000"/>
        </a:lnSpc>
        <a:spcBef>
          <a:spcPts val="1333"/>
        </a:spcBef>
        <a:buClr>
          <a:srgbClr val="007DC5"/>
        </a:buClr>
        <a:buFont typeface="Arial" panose="020B0604020202020204" pitchFamily="34" charset="0"/>
        <a:buChar char="•"/>
        <a:defRPr lang="en-US" sz="1600" kern="1200" smtClean="0">
          <a:solidFill>
            <a:schemeClr val="tx1"/>
          </a:solidFill>
          <a:latin typeface="+mn-lt"/>
          <a:ea typeface="+mn-ea"/>
          <a:cs typeface="+mn-cs"/>
        </a:defRPr>
      </a:lvl1pPr>
      <a:lvl2pPr marL="228594" indent="-228594" algn="l" defTabSz="1219110" rtl="0" eaLnBrk="1" latinLnBrk="0" hangingPunct="1">
        <a:lnSpc>
          <a:spcPct val="90000"/>
        </a:lnSpc>
        <a:spcBef>
          <a:spcPts val="667"/>
        </a:spcBef>
        <a:buClr>
          <a:srgbClr val="007DC5"/>
        </a:buClr>
        <a:buFont typeface="Arial" panose="020B0604020202020204" pitchFamily="34" charset="0"/>
        <a:buChar char="•"/>
        <a:defRPr lang="en-US" sz="1600" kern="1200" dirty="0" smtClean="0">
          <a:solidFill>
            <a:schemeClr val="tx1"/>
          </a:solidFill>
          <a:latin typeface="+mn-lt"/>
          <a:ea typeface="+mn-ea"/>
          <a:cs typeface="+mn-cs"/>
        </a:defRPr>
      </a:lvl2pPr>
      <a:lvl3pPr marL="228594" indent="-228594" algn="l" defTabSz="1219110" rtl="0" eaLnBrk="1" latinLnBrk="0" hangingPunct="1">
        <a:lnSpc>
          <a:spcPct val="90000"/>
        </a:lnSpc>
        <a:spcBef>
          <a:spcPts val="667"/>
        </a:spcBef>
        <a:buClr>
          <a:srgbClr val="007DC5"/>
        </a:buClr>
        <a:buFont typeface="Arial" panose="020B0604020202020204" pitchFamily="34" charset="0"/>
        <a:buChar char="•"/>
        <a:defRPr lang="en-US" sz="1600" kern="1200" dirty="0" smtClean="0">
          <a:solidFill>
            <a:schemeClr val="tx1"/>
          </a:solidFill>
          <a:latin typeface="+mn-lt"/>
          <a:ea typeface="+mn-ea"/>
          <a:cs typeface="+mn-cs"/>
        </a:defRPr>
      </a:lvl3pPr>
      <a:lvl4pPr marL="228594" indent="-228594" algn="l" defTabSz="1219110" rtl="0" eaLnBrk="1" latinLnBrk="0" hangingPunct="1">
        <a:lnSpc>
          <a:spcPct val="90000"/>
        </a:lnSpc>
        <a:spcBef>
          <a:spcPts val="667"/>
        </a:spcBef>
        <a:buClr>
          <a:srgbClr val="007DC5"/>
        </a:buClr>
        <a:buFont typeface="Arial" panose="020B0604020202020204" pitchFamily="34" charset="0"/>
        <a:buChar char="•"/>
        <a:defRPr lang="en-US" sz="1600" kern="1200" dirty="0" smtClean="0">
          <a:solidFill>
            <a:schemeClr val="tx1"/>
          </a:solidFill>
          <a:latin typeface="+mn-lt"/>
          <a:ea typeface="+mn-ea"/>
          <a:cs typeface="+mn-cs"/>
        </a:defRPr>
      </a:lvl4pPr>
      <a:lvl5pPr marL="228594" indent="-228594" algn="l" defTabSz="1219110" rtl="0" eaLnBrk="1" latinLnBrk="0" hangingPunct="1">
        <a:lnSpc>
          <a:spcPct val="90000"/>
        </a:lnSpc>
        <a:spcBef>
          <a:spcPts val="667"/>
        </a:spcBef>
        <a:buClr>
          <a:srgbClr val="007DC5"/>
        </a:buClr>
        <a:buFont typeface="Arial" panose="020B0604020202020204" pitchFamily="34" charset="0"/>
        <a:buChar char="•"/>
        <a:defRPr lang="en-US" sz="1600" kern="1200" dirty="0">
          <a:solidFill>
            <a:schemeClr val="tx1"/>
          </a:solidFill>
          <a:latin typeface="+mn-lt"/>
          <a:ea typeface="+mn-ea"/>
          <a:cs typeface="+mn-cs"/>
        </a:defRPr>
      </a:lvl5pPr>
      <a:lvl6pPr marL="335254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104"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65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212"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10" rtl="0" eaLnBrk="1" latinLnBrk="0" hangingPunct="1">
        <a:defRPr sz="2400" kern="1200">
          <a:solidFill>
            <a:schemeClr val="tx1"/>
          </a:solidFill>
          <a:latin typeface="+mn-lt"/>
          <a:ea typeface="+mn-ea"/>
          <a:cs typeface="+mn-cs"/>
        </a:defRPr>
      </a:lvl1pPr>
      <a:lvl2pPr marL="609555" algn="l" defTabSz="1219110" rtl="0" eaLnBrk="1" latinLnBrk="0" hangingPunct="1">
        <a:defRPr sz="2400" kern="1200">
          <a:solidFill>
            <a:schemeClr val="tx1"/>
          </a:solidFill>
          <a:latin typeface="+mn-lt"/>
          <a:ea typeface="+mn-ea"/>
          <a:cs typeface="+mn-cs"/>
        </a:defRPr>
      </a:lvl2pPr>
      <a:lvl3pPr marL="1219110" algn="l" defTabSz="1219110" rtl="0" eaLnBrk="1" latinLnBrk="0" hangingPunct="1">
        <a:defRPr sz="2400" kern="1200">
          <a:solidFill>
            <a:schemeClr val="tx1"/>
          </a:solidFill>
          <a:latin typeface="+mn-lt"/>
          <a:ea typeface="+mn-ea"/>
          <a:cs typeface="+mn-cs"/>
        </a:defRPr>
      </a:lvl3pPr>
      <a:lvl4pPr marL="1828664" algn="l" defTabSz="1219110" rtl="0" eaLnBrk="1" latinLnBrk="0" hangingPunct="1">
        <a:defRPr sz="2400" kern="1200">
          <a:solidFill>
            <a:schemeClr val="tx1"/>
          </a:solidFill>
          <a:latin typeface="+mn-lt"/>
          <a:ea typeface="+mn-ea"/>
          <a:cs typeface="+mn-cs"/>
        </a:defRPr>
      </a:lvl4pPr>
      <a:lvl5pPr marL="2438218" algn="l" defTabSz="1219110" rtl="0" eaLnBrk="1" latinLnBrk="0" hangingPunct="1">
        <a:defRPr sz="2400" kern="1200">
          <a:solidFill>
            <a:schemeClr val="tx1"/>
          </a:solidFill>
          <a:latin typeface="+mn-lt"/>
          <a:ea typeface="+mn-ea"/>
          <a:cs typeface="+mn-cs"/>
        </a:defRPr>
      </a:lvl5pPr>
      <a:lvl6pPr marL="3047772" algn="l" defTabSz="1219110" rtl="0" eaLnBrk="1" latinLnBrk="0" hangingPunct="1">
        <a:defRPr sz="2400" kern="1200">
          <a:solidFill>
            <a:schemeClr val="tx1"/>
          </a:solidFill>
          <a:latin typeface="+mn-lt"/>
          <a:ea typeface="+mn-ea"/>
          <a:cs typeface="+mn-cs"/>
        </a:defRPr>
      </a:lvl6pPr>
      <a:lvl7pPr marL="3657327" algn="l" defTabSz="1219110" rtl="0" eaLnBrk="1" latinLnBrk="0" hangingPunct="1">
        <a:defRPr sz="2400" kern="1200">
          <a:solidFill>
            <a:schemeClr val="tx1"/>
          </a:solidFill>
          <a:latin typeface="+mn-lt"/>
          <a:ea typeface="+mn-ea"/>
          <a:cs typeface="+mn-cs"/>
        </a:defRPr>
      </a:lvl7pPr>
      <a:lvl8pPr marL="4266880" algn="l" defTabSz="1219110" rtl="0" eaLnBrk="1" latinLnBrk="0" hangingPunct="1">
        <a:defRPr sz="2400" kern="1200">
          <a:solidFill>
            <a:schemeClr val="tx1"/>
          </a:solidFill>
          <a:latin typeface="+mn-lt"/>
          <a:ea typeface="+mn-ea"/>
          <a:cs typeface="+mn-cs"/>
        </a:defRPr>
      </a:lvl8pPr>
      <a:lvl9pPr marL="4876435" algn="l" defTabSz="121911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85">
          <p15:clr>
            <a:srgbClr val="F26B43"/>
          </p15:clr>
        </p15:guide>
        <p15:guide id="4" orient="horz" pos="557">
          <p15:clr>
            <a:srgbClr val="F26B43"/>
          </p15:clr>
        </p15:guide>
        <p15:guide id="5" orient="horz" pos="705">
          <p15:clr>
            <a:srgbClr val="F26B43"/>
          </p15:clr>
        </p15:guide>
        <p15:guide id="6" orient="horz" pos="3943">
          <p15:clr>
            <a:srgbClr val="F26B43"/>
          </p15:clr>
        </p15:guide>
        <p15:guide id="8" pos="7447">
          <p15:clr>
            <a:srgbClr val="F26B43"/>
          </p15:clr>
        </p15:guide>
        <p15:guide id="9" pos="240">
          <p15:clr>
            <a:srgbClr val="F26B43"/>
          </p15:clr>
        </p15:guide>
        <p15:guide id="10" orient="horz" pos="422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190F03-1489-D775-7FAB-E7A06DFD46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4EDCE6A-20AB-73E8-39BF-4B36BF690C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C6E116A-F96E-5F50-BA7B-8D0ABECAA0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852D8A-DBB6-4010-BD04-D9B8DBDCF4B5}" type="datetimeFigureOut">
              <a:rPr lang="en-AU" smtClean="0"/>
              <a:t>27/03/2025</a:t>
            </a:fld>
            <a:endParaRPr lang="en-AU"/>
          </a:p>
        </p:txBody>
      </p:sp>
      <p:sp>
        <p:nvSpPr>
          <p:cNvPr id="5" name="Footer Placeholder 4">
            <a:extLst>
              <a:ext uri="{FF2B5EF4-FFF2-40B4-BE49-F238E27FC236}">
                <a16:creationId xmlns:a16="http://schemas.microsoft.com/office/drawing/2014/main" id="{24E6AD22-05B5-F7B8-59F4-8808B09973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1700EB52-4C2D-FA32-8F84-3A6270CBE2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A00A0D-1D7E-4D26-81D2-88396350DC2A}" type="slidenum">
              <a:rPr lang="en-AU" smtClean="0"/>
              <a:t>‹#›</a:t>
            </a:fld>
            <a:endParaRPr lang="en-AU"/>
          </a:p>
        </p:txBody>
      </p:sp>
    </p:spTree>
    <p:extLst>
      <p:ext uri="{BB962C8B-B14F-4D97-AF65-F5344CB8AC3E}">
        <p14:creationId xmlns:p14="http://schemas.microsoft.com/office/powerpoint/2010/main" val="961815192"/>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hyperlink" Target="https://www.databricks.com/trust/compliance/irap" TargetMode="Externa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3" Type="http://schemas.openxmlformats.org/officeDocument/2006/relationships/image" Target="../media/image23.png"/><Relationship Id="rId18" Type="http://schemas.openxmlformats.org/officeDocument/2006/relationships/image" Target="../media/image28.svg"/><Relationship Id="rId26" Type="http://schemas.openxmlformats.org/officeDocument/2006/relationships/hyperlink" Target="https://www.iconfinder.com/icons/4417104/database_icon" TargetMode="External"/><Relationship Id="rId39" Type="http://schemas.openxmlformats.org/officeDocument/2006/relationships/image" Target="../media/image48.svg"/><Relationship Id="rId21" Type="http://schemas.openxmlformats.org/officeDocument/2006/relationships/image" Target="../media/image31.png"/><Relationship Id="rId34" Type="http://schemas.openxmlformats.org/officeDocument/2006/relationships/image" Target="../media/image43.png"/><Relationship Id="rId42" Type="http://schemas.openxmlformats.org/officeDocument/2006/relationships/image" Target="../media/image51.sv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svg"/><Relationship Id="rId7" Type="http://schemas.openxmlformats.org/officeDocument/2006/relationships/image" Target="../media/image17.png"/><Relationship Id="rId12" Type="http://schemas.openxmlformats.org/officeDocument/2006/relationships/image" Target="../media/image22.svg"/><Relationship Id="rId17" Type="http://schemas.openxmlformats.org/officeDocument/2006/relationships/image" Target="../media/image27.png"/><Relationship Id="rId25" Type="http://schemas.openxmlformats.org/officeDocument/2006/relationships/image" Target="../media/image35.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2" Type="http://schemas.openxmlformats.org/officeDocument/2006/relationships/notesSlide" Target="../notesSlides/notesSlide2.xml"/><Relationship Id="rId16" Type="http://schemas.openxmlformats.org/officeDocument/2006/relationships/image" Target="../media/image26.svg"/><Relationship Id="rId20" Type="http://schemas.openxmlformats.org/officeDocument/2006/relationships/image" Target="../media/image30.svg"/><Relationship Id="rId29" Type="http://schemas.openxmlformats.org/officeDocument/2006/relationships/image" Target="../media/image38.png"/><Relationship Id="rId41" Type="http://schemas.openxmlformats.org/officeDocument/2006/relationships/image" Target="../media/image50.png"/><Relationship Id="rId54" Type="http://schemas.openxmlformats.org/officeDocument/2006/relationships/image" Target="../media/image63.png"/><Relationship Id="rId1" Type="http://schemas.openxmlformats.org/officeDocument/2006/relationships/slideLayout" Target="../slideLayouts/slideLayout17.xml"/><Relationship Id="rId6" Type="http://schemas.openxmlformats.org/officeDocument/2006/relationships/image" Target="../media/image16.svg"/><Relationship Id="rId11" Type="http://schemas.openxmlformats.org/officeDocument/2006/relationships/image" Target="../media/image21.png"/><Relationship Id="rId24" Type="http://schemas.openxmlformats.org/officeDocument/2006/relationships/image" Target="../media/image34.svg"/><Relationship Id="rId32" Type="http://schemas.openxmlformats.org/officeDocument/2006/relationships/image" Target="../media/image41.png"/><Relationship Id="rId37" Type="http://schemas.openxmlformats.org/officeDocument/2006/relationships/image" Target="../media/image46.svg"/><Relationship Id="rId40" Type="http://schemas.openxmlformats.org/officeDocument/2006/relationships/image" Target="../media/image49.png"/><Relationship Id="rId45" Type="http://schemas.openxmlformats.org/officeDocument/2006/relationships/image" Target="../media/image54.svg"/><Relationship Id="rId53" Type="http://schemas.openxmlformats.org/officeDocument/2006/relationships/image" Target="../media/image62.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10" Type="http://schemas.openxmlformats.org/officeDocument/2006/relationships/image" Target="../media/image20.svg"/><Relationship Id="rId19" Type="http://schemas.openxmlformats.org/officeDocument/2006/relationships/image" Target="../media/image29.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4" Type="http://schemas.openxmlformats.org/officeDocument/2006/relationships/image" Target="../media/image14.svg"/><Relationship Id="rId9" Type="http://schemas.openxmlformats.org/officeDocument/2006/relationships/image" Target="../media/image19.png"/><Relationship Id="rId14" Type="http://schemas.openxmlformats.org/officeDocument/2006/relationships/image" Target="../media/image24.svg"/><Relationship Id="rId22" Type="http://schemas.openxmlformats.org/officeDocument/2006/relationships/image" Target="../media/image32.sv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svg"/><Relationship Id="rId43" Type="http://schemas.openxmlformats.org/officeDocument/2006/relationships/image" Target="../media/image52.png"/><Relationship Id="rId48" Type="http://schemas.openxmlformats.org/officeDocument/2006/relationships/image" Target="../media/image57.png"/><Relationship Id="rId8" Type="http://schemas.openxmlformats.org/officeDocument/2006/relationships/image" Target="../media/image18.svg"/><Relationship Id="rId51" Type="http://schemas.openxmlformats.org/officeDocument/2006/relationships/image" Target="../media/image60.png"/><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7.svg"/><Relationship Id="rId7" Type="http://schemas.openxmlformats.org/officeDocument/2006/relationships/image" Target="../media/image61.png"/><Relationship Id="rId12" Type="http://schemas.openxmlformats.org/officeDocument/2006/relationships/image" Target="../media/image75.png"/><Relationship Id="rId2" Type="http://schemas.openxmlformats.org/officeDocument/2006/relationships/image" Target="../media/image66.png"/><Relationship Id="rId1" Type="http://schemas.openxmlformats.org/officeDocument/2006/relationships/slideLayout" Target="../slideLayouts/slideLayout10.xml"/><Relationship Id="rId6" Type="http://schemas.openxmlformats.org/officeDocument/2006/relationships/image" Target="../media/image70.png"/><Relationship Id="rId11" Type="http://schemas.openxmlformats.org/officeDocument/2006/relationships/image" Target="../media/image74.png"/><Relationship Id="rId5" Type="http://schemas.openxmlformats.org/officeDocument/2006/relationships/image" Target="../media/image69.png"/><Relationship Id="rId10" Type="http://schemas.openxmlformats.org/officeDocument/2006/relationships/image" Target="../media/image73.png"/><Relationship Id="rId4" Type="http://schemas.openxmlformats.org/officeDocument/2006/relationships/image" Target="../media/image68.png"/><Relationship Id="rId9" Type="http://schemas.openxmlformats.org/officeDocument/2006/relationships/image" Target="../media/image72.png"/></Relationships>
</file>

<file path=ppt/slides/_rels/slide21.x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A1EB1876-07BA-D54D-9D47-F32910B52BA8}"/>
              </a:ext>
            </a:extLst>
          </p:cNvPr>
          <p:cNvSpPr>
            <a:spLocks noGrp="1"/>
          </p:cNvSpPr>
          <p:nvPr>
            <p:ph type="dt" sz="half" idx="10"/>
          </p:nvPr>
        </p:nvSpPr>
        <p:spPr/>
        <p:txBody>
          <a:bodyPr/>
          <a:lstStyle/>
          <a:p>
            <a:pPr defTabSz="1219170"/>
            <a:fld id="{45FA26F6-48A6-2C4C-8297-0D4900649C6E}" type="datetime1">
              <a:rPr lang="en-AU">
                <a:solidFill>
                  <a:srgbClr val="FFFFFF"/>
                </a:solidFill>
                <a:latin typeface="Arial" panose="020B0604020202020204"/>
              </a:rPr>
              <a:pPr defTabSz="1219170"/>
              <a:t>27/03/2025</a:t>
            </a:fld>
            <a:endParaRPr lang="en-US">
              <a:solidFill>
                <a:srgbClr val="FFFFFF"/>
              </a:solidFill>
              <a:latin typeface="Arial" panose="020B0604020202020204"/>
            </a:endParaRPr>
          </a:p>
        </p:txBody>
      </p:sp>
      <p:sp>
        <p:nvSpPr>
          <p:cNvPr id="2" name="Slide Number Placeholder 1">
            <a:extLst>
              <a:ext uri="{FF2B5EF4-FFF2-40B4-BE49-F238E27FC236}">
                <a16:creationId xmlns:a16="http://schemas.microsoft.com/office/drawing/2014/main" id="{C692FD85-A1C4-914B-B73C-2F12453404E3}"/>
              </a:ext>
            </a:extLst>
          </p:cNvPr>
          <p:cNvSpPr>
            <a:spLocks noGrp="1"/>
          </p:cNvSpPr>
          <p:nvPr>
            <p:ph type="sldNum" sz="quarter" idx="12"/>
          </p:nvPr>
        </p:nvSpPr>
        <p:spPr/>
        <p:txBody>
          <a:bodyPr/>
          <a:lstStyle/>
          <a:p>
            <a:pPr defTabSz="1219170"/>
            <a:fld id="{E917DE0E-AFB1-41FD-BC35-27DB61CA125F}" type="slidenum">
              <a:rPr lang="en-AU">
                <a:solidFill>
                  <a:srgbClr val="FFFFFF"/>
                </a:solidFill>
                <a:latin typeface="Arial" panose="020B0604020202020204"/>
              </a:rPr>
              <a:pPr defTabSz="1219170"/>
              <a:t>1</a:t>
            </a:fld>
            <a:endParaRPr lang="en-AU">
              <a:solidFill>
                <a:srgbClr val="FFFFFF"/>
              </a:solidFill>
              <a:latin typeface="Arial" panose="020B0604020202020204"/>
            </a:endParaRPr>
          </a:p>
        </p:txBody>
      </p:sp>
      <p:sp>
        <p:nvSpPr>
          <p:cNvPr id="3" name="Title 2">
            <a:extLst>
              <a:ext uri="{FF2B5EF4-FFF2-40B4-BE49-F238E27FC236}">
                <a16:creationId xmlns:a16="http://schemas.microsoft.com/office/drawing/2014/main" id="{F9673002-F139-9240-BFAB-85FC0AD82AAF}"/>
              </a:ext>
            </a:extLst>
          </p:cNvPr>
          <p:cNvSpPr>
            <a:spLocks noGrp="1"/>
          </p:cNvSpPr>
          <p:nvPr>
            <p:ph type="title"/>
          </p:nvPr>
        </p:nvSpPr>
        <p:spPr>
          <a:xfrm>
            <a:off x="619801" y="1145030"/>
            <a:ext cx="10515600" cy="941867"/>
          </a:xfrm>
        </p:spPr>
        <p:txBody>
          <a:bodyPr/>
          <a:lstStyle/>
          <a:p>
            <a:r>
              <a:rPr lang="en-AU" dirty="0"/>
              <a:t>Gen AI With RAG Pattern</a:t>
            </a:r>
            <a:endParaRPr lang="en-US" dirty="0"/>
          </a:p>
        </p:txBody>
      </p:sp>
      <p:sp>
        <p:nvSpPr>
          <p:cNvPr id="7" name="Subtitle 6">
            <a:extLst>
              <a:ext uri="{FF2B5EF4-FFF2-40B4-BE49-F238E27FC236}">
                <a16:creationId xmlns:a16="http://schemas.microsoft.com/office/drawing/2014/main" id="{5F723266-AE3D-4AB3-84D0-5773C678EF57}"/>
              </a:ext>
            </a:extLst>
          </p:cNvPr>
          <p:cNvSpPr>
            <a:spLocks noGrp="1"/>
          </p:cNvSpPr>
          <p:nvPr>
            <p:ph type="subTitle" idx="1"/>
          </p:nvPr>
        </p:nvSpPr>
        <p:spPr>
          <a:xfrm>
            <a:off x="619801" y="1891480"/>
            <a:ext cx="9144000" cy="691059"/>
          </a:xfrm>
        </p:spPr>
        <p:txBody>
          <a:bodyPr/>
          <a:lstStyle/>
          <a:p>
            <a:r>
              <a:rPr lang="en-AU"/>
              <a:t>March 2025</a:t>
            </a:r>
          </a:p>
        </p:txBody>
      </p:sp>
    </p:spTree>
    <p:extLst>
      <p:ext uri="{BB962C8B-B14F-4D97-AF65-F5344CB8AC3E}">
        <p14:creationId xmlns:p14="http://schemas.microsoft.com/office/powerpoint/2010/main" val="2240861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22069" y="376961"/>
            <a:ext cx="10515600" cy="602801"/>
          </a:xfrm>
        </p:spPr>
        <p:txBody>
          <a:bodyPr>
            <a:normAutofit/>
          </a:bodyPr>
          <a:lstStyle/>
          <a:p>
            <a:r>
              <a:rPr lang="en-AU" sz="2400"/>
              <a:t>Background and Context</a:t>
            </a:r>
          </a:p>
        </p:txBody>
      </p:sp>
      <p:sp>
        <p:nvSpPr>
          <p:cNvPr id="3" name="Content Placeholder 2">
            <a:extLst>
              <a:ext uri="{FF2B5EF4-FFF2-40B4-BE49-F238E27FC236}">
                <a16:creationId xmlns:a16="http://schemas.microsoft.com/office/drawing/2014/main" id="{B1804666-B831-4880-81FB-E6BFF124660C}"/>
              </a:ext>
            </a:extLst>
          </p:cNvPr>
          <p:cNvSpPr>
            <a:spLocks noGrp="1"/>
          </p:cNvSpPr>
          <p:nvPr>
            <p:ph idx="1"/>
          </p:nvPr>
        </p:nvSpPr>
        <p:spPr>
          <a:xfrm>
            <a:off x="668965" y="1253330"/>
            <a:ext cx="10035283" cy="4351339"/>
          </a:xfrm>
        </p:spPr>
        <p:txBody>
          <a:bodyPr vert="horz" lIns="91440" tIns="45720" rIns="91440" bIns="45720" rtlCol="0" anchor="t">
            <a:normAutofit/>
          </a:bodyPr>
          <a:lstStyle/>
          <a:p>
            <a:pPr marL="285750" indent="-285750">
              <a:buFont typeface="Arial" panose="020B0604020202020204" pitchFamily="34" charset="0"/>
              <a:buChar char="•"/>
            </a:pPr>
            <a:r>
              <a:rPr lang="en-AU" sz="1600" dirty="0"/>
              <a:t>Sydney Water has recently created an Artificial Intelligence (AI) Blueprint as a guide to ensure AI is leveraged in a safe and ethical manner across the organisation</a:t>
            </a:r>
          </a:p>
          <a:p>
            <a:pPr marL="285750" indent="-285750">
              <a:buFont typeface="Arial" panose="020B0604020202020204" pitchFamily="34" charset="0"/>
              <a:buChar char="•"/>
            </a:pPr>
            <a:endParaRPr lang="en-AU" sz="1600" dirty="0"/>
          </a:p>
          <a:p>
            <a:pPr marL="285750" indent="-285750">
              <a:buFont typeface="Arial" panose="020B0604020202020204" pitchFamily="34" charset="0"/>
              <a:buChar char="•"/>
            </a:pPr>
            <a:r>
              <a:rPr lang="en-AU" sz="1600" dirty="0"/>
              <a:t> AI Blueprint identified several promising opportunities for enhancing business performance, environmental outcomes, and customer and community engagement</a:t>
            </a:r>
          </a:p>
          <a:p>
            <a:pPr marL="285750" indent="-285750">
              <a:buFont typeface="Arial" panose="020B0604020202020204" pitchFamily="34" charset="0"/>
              <a:buChar char="•"/>
            </a:pPr>
            <a:endParaRPr lang="en-AU" sz="1600" dirty="0"/>
          </a:p>
          <a:p>
            <a:pPr marL="285750" indent="-285750">
              <a:buFont typeface="Arial" panose="020B0604020202020204" pitchFamily="34" charset="0"/>
              <a:buChar char="•"/>
            </a:pPr>
            <a:r>
              <a:rPr lang="en-AU" sz="1600" dirty="0"/>
              <a:t>As part of an initiative to formalise the Enterprise AI framework and governance, three small scale AI products have been chosen form the identified use cases for initial delivery</a:t>
            </a:r>
          </a:p>
          <a:p>
            <a:pPr marL="285750" indent="-285750">
              <a:buFont typeface="Arial" panose="020B0604020202020204" pitchFamily="34" charset="0"/>
              <a:buChar char="•"/>
            </a:pPr>
            <a:endParaRPr lang="en-AU" sz="1600" dirty="0"/>
          </a:p>
          <a:p>
            <a:pPr marL="285750" indent="-285750">
              <a:buFont typeface="Arial" panose="020B0604020202020204" pitchFamily="34" charset="0"/>
              <a:buChar char="•"/>
            </a:pPr>
            <a:r>
              <a:rPr lang="en-AU" sz="1600" dirty="0"/>
              <a:t>This deck aims to discuss a new architecture pattern necessary for delivering a chatbot, one of those three prioritised AI products and seek endorsement of that new pattern. This will be run as a pilot for assessing the capability and feasibility of adopting it for other </a:t>
            </a:r>
            <a:r>
              <a:rPr lang="en-AU" sz="1600" dirty="0" err="1"/>
              <a:t>GenAI</a:t>
            </a:r>
            <a:r>
              <a:rPr lang="en-AU" sz="1600" dirty="0"/>
              <a:t> use cases.</a:t>
            </a:r>
            <a:endParaRPr lang="en-AU" sz="1800" dirty="0"/>
          </a:p>
        </p:txBody>
      </p:sp>
    </p:spTree>
    <p:extLst>
      <p:ext uri="{BB962C8B-B14F-4D97-AF65-F5344CB8AC3E}">
        <p14:creationId xmlns:p14="http://schemas.microsoft.com/office/powerpoint/2010/main" val="1692672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16207" y="382826"/>
            <a:ext cx="10515600" cy="355509"/>
          </a:xfrm>
        </p:spPr>
        <p:txBody>
          <a:bodyPr>
            <a:normAutofit fontScale="90000"/>
          </a:bodyPr>
          <a:lstStyle/>
          <a:p>
            <a:pPr defTabSz="685783">
              <a:defRPr/>
            </a:pPr>
            <a:r>
              <a:rPr lang="en-AU" sz="2400" b="0">
                <a:solidFill>
                  <a:srgbClr val="0054A6"/>
                </a:solidFill>
                <a:cs typeface="Arial" panose="020B0604020202020204" pitchFamily="34" charset="0"/>
              </a:rPr>
              <a:t>AI </a:t>
            </a:r>
            <a:r>
              <a:rPr lang="en-AU" sz="2400">
                <a:solidFill>
                  <a:srgbClr val="0054A6"/>
                </a:solidFill>
                <a:cs typeface="Arial" panose="020B0604020202020204" pitchFamily="34" charset="0"/>
              </a:rPr>
              <a:t>Product</a:t>
            </a:r>
            <a:r>
              <a:rPr lang="en-AU" sz="2400" b="0">
                <a:solidFill>
                  <a:srgbClr val="0054A6"/>
                </a:solidFill>
                <a:cs typeface="Arial" panose="020B0604020202020204" pitchFamily="34" charset="0"/>
              </a:rPr>
              <a:t> Summary</a:t>
            </a:r>
            <a:endParaRPr lang="en-AU" sz="2400" b="0">
              <a:solidFill>
                <a:srgbClr val="0054A6"/>
              </a:solidFill>
              <a:ea typeface="+mn-lt"/>
              <a:cs typeface="Arial" panose="020B0604020202020204" pitchFamily="34" charset="0"/>
            </a:endParaRPr>
          </a:p>
        </p:txBody>
      </p:sp>
      <p:graphicFrame>
        <p:nvGraphicFramePr>
          <p:cNvPr id="4" name="Table 3">
            <a:extLst>
              <a:ext uri="{FF2B5EF4-FFF2-40B4-BE49-F238E27FC236}">
                <a16:creationId xmlns:a16="http://schemas.microsoft.com/office/drawing/2014/main" id="{FDA86D28-9B38-1FD2-027D-8552DA0C1D1C}"/>
              </a:ext>
            </a:extLst>
          </p:cNvPr>
          <p:cNvGraphicFramePr>
            <a:graphicFrameLocks noGrp="1"/>
          </p:cNvGraphicFramePr>
          <p:nvPr>
            <p:extLst>
              <p:ext uri="{D42A27DB-BD31-4B8C-83A1-F6EECF244321}">
                <p14:modId xmlns:p14="http://schemas.microsoft.com/office/powerpoint/2010/main" val="4006738071"/>
              </p:ext>
            </p:extLst>
          </p:nvPr>
        </p:nvGraphicFramePr>
        <p:xfrm>
          <a:off x="639654" y="1278527"/>
          <a:ext cx="11133954" cy="4212233"/>
        </p:xfrm>
        <a:graphic>
          <a:graphicData uri="http://schemas.openxmlformats.org/drawingml/2006/table">
            <a:tbl>
              <a:tblPr firstRow="1" bandRow="1"/>
              <a:tblGrid>
                <a:gridCol w="4392386">
                  <a:extLst>
                    <a:ext uri="{9D8B030D-6E8A-4147-A177-3AD203B41FA5}">
                      <a16:colId xmlns:a16="http://schemas.microsoft.com/office/drawing/2014/main" val="3127004748"/>
                    </a:ext>
                  </a:extLst>
                </a:gridCol>
                <a:gridCol w="2714802">
                  <a:extLst>
                    <a:ext uri="{9D8B030D-6E8A-4147-A177-3AD203B41FA5}">
                      <a16:colId xmlns:a16="http://schemas.microsoft.com/office/drawing/2014/main" val="2637723134"/>
                    </a:ext>
                  </a:extLst>
                </a:gridCol>
                <a:gridCol w="4026766">
                  <a:extLst>
                    <a:ext uri="{9D8B030D-6E8A-4147-A177-3AD203B41FA5}">
                      <a16:colId xmlns:a16="http://schemas.microsoft.com/office/drawing/2014/main" val="3052361573"/>
                    </a:ext>
                  </a:extLst>
                </a:gridCol>
              </a:tblGrid>
              <a:tr h="370840">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r>
                        <a:rPr lang="en-AU" dirty="0"/>
                        <a:t>AI Products</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r>
                        <a:rPr lang="en-AU" dirty="0"/>
                        <a:t>Data Sources &amp; Classification</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r>
                        <a:rPr lang="en-AU"/>
                        <a:t>Reference Architecture AI Pattern</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extLst>
                  <a:ext uri="{0D108BD9-81ED-4DB2-BD59-A6C34878D82A}">
                    <a16:rowId xmlns:a16="http://schemas.microsoft.com/office/drawing/2014/main" val="1537954593"/>
                  </a:ext>
                </a:extLst>
              </a:tr>
              <a:tr h="903719">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marL="0" indent="0">
                        <a:buNone/>
                      </a:pPr>
                      <a:r>
                        <a:rPr lang="en-AU" sz="1400" b="1" kern="1200" dirty="0">
                          <a:solidFill>
                            <a:schemeClr val="dk1"/>
                          </a:solidFill>
                          <a:effectLst/>
                          <a:latin typeface="Calibri" panose="020F0502020204030204"/>
                          <a:ea typeface="+mn-ea"/>
                          <a:cs typeface="+mn-cs"/>
                        </a:rPr>
                        <a:t>Sydney Water Chatbot </a:t>
                      </a:r>
                      <a:r>
                        <a:rPr lang="en-AU" sz="1400" kern="1200" dirty="0">
                          <a:solidFill>
                            <a:schemeClr val="dk1"/>
                          </a:solidFill>
                          <a:effectLst/>
                          <a:latin typeface="Calibri" panose="020F0502020204030204"/>
                          <a:ea typeface="+mn-ea"/>
                          <a:cs typeface="+mn-cs"/>
                        </a:rPr>
                        <a:t>- </a:t>
                      </a:r>
                      <a:r>
                        <a:rPr lang="en-US" sz="1200" kern="1200" dirty="0">
                          <a:solidFill>
                            <a:schemeClr val="dk1"/>
                          </a:solidFill>
                          <a:effectLst/>
                          <a:latin typeface="Calibri" panose="020F0502020204030204"/>
                          <a:ea typeface="+mn-ea"/>
                          <a:cs typeface="+mn-cs"/>
                        </a:rPr>
                        <a:t>AI tool to read and learn from HR policies and present the data to the user in a simulated human conversation format</a:t>
                      </a:r>
                      <a:endParaRPr lang="en-AU" sz="14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200" dirty="0"/>
                        <a:t>HR Policy Documents (Official)</a:t>
                      </a:r>
                    </a:p>
                    <a:p>
                      <a:r>
                        <a:rPr lang="en-AU" sz="1200" dirty="0"/>
                        <a:t>Enterprise Agreement (Official)</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marL="0" algn="l" defTabSz="685783" rtl="0" eaLnBrk="1" latinLnBrk="0" hangingPunct="1"/>
                      <a:r>
                        <a:rPr lang="en-AU" sz="1200" b="1" i="1" kern="1200" dirty="0">
                          <a:solidFill>
                            <a:srgbClr val="532476"/>
                          </a:solidFill>
                          <a:latin typeface="Calibri" panose="020F0502020204030204"/>
                          <a:ea typeface="+mn-ea"/>
                          <a:cs typeface="+mn-cs"/>
                        </a:rPr>
                        <a:t>A new pattern required as the use case is about responding to natural language inputs and engaging with users in a human-like manner</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3480272227"/>
                  </a:ext>
                </a:extLst>
              </a:tr>
              <a:tr h="1200314">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400" b="1" dirty="0">
                          <a:effectLst/>
                        </a:rPr>
                        <a:t>Leak/Anomaly Detection (MNF)</a:t>
                      </a:r>
                      <a:r>
                        <a:rPr lang="en-AU" sz="1400" dirty="0">
                          <a:effectLst/>
                        </a:rPr>
                        <a:t> - </a:t>
                      </a:r>
                      <a:r>
                        <a:rPr lang="en-AU" sz="1200" kern="1200" dirty="0">
                          <a:solidFill>
                            <a:schemeClr val="dk1"/>
                          </a:solidFill>
                          <a:effectLst/>
                          <a:latin typeface="Calibri" panose="020F0502020204030204"/>
                          <a:ea typeface="+mn-ea"/>
                          <a:cs typeface="+mn-cs"/>
                        </a:rPr>
                        <a:t>ML Model that detects anomalies </a:t>
                      </a:r>
                      <a:r>
                        <a:rPr lang="en-US" sz="1200" kern="1200" dirty="0">
                          <a:solidFill>
                            <a:schemeClr val="dk1"/>
                          </a:solidFill>
                          <a:effectLst/>
                          <a:latin typeface="Calibri" panose="020F0502020204030204"/>
                          <a:ea typeface="+mn-ea"/>
                          <a:cs typeface="+mn-cs"/>
                        </a:rPr>
                        <a:t>in the minimum night flow at zone level resulting in optimal leak detection in our network ahead of time before they result in costly losses</a:t>
                      </a:r>
                      <a:endParaRPr lang="en-AU" sz="14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200" dirty="0"/>
                        <a:t>IICATS (Protected)</a:t>
                      </a:r>
                    </a:p>
                    <a:p>
                      <a:r>
                        <a:rPr lang="en-AU" sz="1200" dirty="0"/>
                        <a:t>Maximo (Official)</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US" sz="1200" b="1" i="1" dirty="0">
                          <a:solidFill>
                            <a:srgbClr val="532476"/>
                          </a:solidFill>
                        </a:rPr>
                        <a:t>Machine Learning Modelling on Azure Databricks</a:t>
                      </a:r>
                      <a:endParaRPr lang="en-US" sz="1200" b="1" i="1" kern="1200" dirty="0">
                        <a:solidFill>
                          <a:srgbClr val="532476"/>
                        </a:solidFill>
                        <a:effectLst/>
                        <a:latin typeface="+mn-lt"/>
                        <a:ea typeface="+mn-ea"/>
                        <a:cs typeface="+mn-cs"/>
                      </a:endParaRPr>
                    </a:p>
                    <a:p>
                      <a:r>
                        <a:rPr lang="en-AU" sz="1200" dirty="0"/>
                        <a:t>(Endorsed pattern)</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3992370423"/>
                  </a:ext>
                </a:extLst>
              </a:tr>
              <a:tr h="1317804">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AU" sz="1400" b="1">
                          <a:effectLst/>
                        </a:rPr>
                        <a:t>Asset health (Vent shaft)</a:t>
                      </a:r>
                      <a:r>
                        <a:rPr lang="en-AU" sz="1400">
                          <a:effectLst/>
                        </a:rPr>
                        <a:t> </a:t>
                      </a:r>
                      <a:r>
                        <a:rPr lang="en-AU" sz="1200">
                          <a:effectLst/>
                        </a:rPr>
                        <a:t>- </a:t>
                      </a:r>
                      <a:r>
                        <a:rPr lang="en-US" sz="1200" kern="1200">
                          <a:solidFill>
                            <a:schemeClr val="dk1"/>
                          </a:solidFill>
                          <a:effectLst/>
                          <a:latin typeface="Calibri" panose="020F0502020204030204"/>
                          <a:ea typeface="+mn-ea"/>
                          <a:cs typeface="+mn-cs"/>
                        </a:rPr>
                        <a:t>ML Model that identifies and predicts vent shaft failure likelihood allowing for timely maintenance and reduced unplanned downtime</a:t>
                      </a:r>
                      <a:endParaRPr lang="en-US" sz="1400" kern="1200">
                        <a:solidFill>
                          <a:schemeClr val="dk1"/>
                        </a:solidFill>
                        <a:effectLst/>
                        <a:latin typeface="Calibri" panose="020F0502020204030204"/>
                        <a:ea typeface="+mn-ea"/>
                        <a:cs typeface="+mn-cs"/>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200" dirty="0"/>
                        <a:t>IICATS (Protected)</a:t>
                      </a:r>
                    </a:p>
                    <a:p>
                      <a:r>
                        <a:rPr lang="en-AU" sz="1200" dirty="0"/>
                        <a:t>Maximo (Official)</a:t>
                      </a:r>
                    </a:p>
                    <a:p>
                      <a:r>
                        <a:rPr lang="en-AU" sz="1200" dirty="0"/>
                        <a:t>Hydra (Official)</a:t>
                      </a:r>
                    </a:p>
                    <a:p>
                      <a:endParaRPr lang="en-AU" sz="1200" dirty="0"/>
                    </a:p>
                    <a:p>
                      <a:r>
                        <a:rPr lang="en-AU" sz="1200" dirty="0"/>
                        <a:t>Documents from SWIMs and BMIS (including asset information, program information, work instructions)</a:t>
                      </a:r>
                    </a:p>
                    <a:p>
                      <a:endParaRPr lang="en-AU" sz="1200" dirty="0"/>
                    </a:p>
                    <a:p>
                      <a:r>
                        <a:rPr lang="en-AU" sz="1200" dirty="0" err="1"/>
                        <a:t>Mapinfo</a:t>
                      </a:r>
                      <a:r>
                        <a:rPr lang="en-AU" sz="1200" dirty="0"/>
                        <a:t> (not in EDP currently)</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US" sz="1200" b="1" i="1" dirty="0">
                          <a:solidFill>
                            <a:srgbClr val="532476"/>
                          </a:solidFill>
                        </a:rPr>
                        <a:t>Machine Learning Modelling on Azure Databricks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t>(Endorsed pattern)</a:t>
                      </a:r>
                      <a:endParaRPr lang="en-US" sz="1200" i="1" kern="1200" dirty="0">
                        <a:solidFill>
                          <a:schemeClr val="dk1"/>
                        </a:solidFill>
                        <a:effectLst/>
                        <a:latin typeface="+mn-lt"/>
                        <a:ea typeface="+mn-ea"/>
                        <a:cs typeface="+mn-cs"/>
                      </a:endParaRPr>
                    </a:p>
                    <a:p>
                      <a:endParaRPr lang="en-US" sz="1200" kern="1200" dirty="0">
                        <a:solidFill>
                          <a:schemeClr val="dk1"/>
                        </a:solidFill>
                        <a:effectLst/>
                        <a:latin typeface="+mn-lt"/>
                        <a:ea typeface="+mn-ea"/>
                        <a:cs typeface="+mn-cs"/>
                      </a:endParaRPr>
                    </a:p>
                    <a:p>
                      <a:endParaRPr lang="en-AU" sz="1200"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extLst>
                  <a:ext uri="{0D108BD9-81ED-4DB2-BD59-A6C34878D82A}">
                    <a16:rowId xmlns:a16="http://schemas.microsoft.com/office/drawing/2014/main" val="4094426258"/>
                  </a:ext>
                </a:extLst>
              </a:tr>
            </a:tbl>
          </a:graphicData>
        </a:graphic>
      </p:graphicFrame>
      <p:sp>
        <p:nvSpPr>
          <p:cNvPr id="5" name="TextBox 4">
            <a:extLst>
              <a:ext uri="{FF2B5EF4-FFF2-40B4-BE49-F238E27FC236}">
                <a16:creationId xmlns:a16="http://schemas.microsoft.com/office/drawing/2014/main" id="{0D573EF2-FCAD-84B6-A373-8FF5E14B308C}"/>
              </a:ext>
            </a:extLst>
          </p:cNvPr>
          <p:cNvSpPr txBox="1"/>
          <p:nvPr/>
        </p:nvSpPr>
        <p:spPr>
          <a:xfrm>
            <a:off x="616206" y="982800"/>
            <a:ext cx="11133953" cy="276999"/>
          </a:xfrm>
          <a:prstGeom prst="rect">
            <a:avLst/>
          </a:prstGeom>
          <a:noFill/>
        </p:spPr>
        <p:txBody>
          <a:bodyPr wrap="square">
            <a:spAutoFit/>
          </a:bodyPr>
          <a:lstStyle/>
          <a:p>
            <a:r>
              <a:rPr lang="en-AU" sz="1200"/>
              <a:t>The following table provides a summary of the 3 prioritised AI products along with the architecture patterns necessary for delivering them</a:t>
            </a:r>
          </a:p>
        </p:txBody>
      </p:sp>
    </p:spTree>
    <p:extLst>
      <p:ext uri="{BB962C8B-B14F-4D97-AF65-F5344CB8AC3E}">
        <p14:creationId xmlns:p14="http://schemas.microsoft.com/office/powerpoint/2010/main" val="24549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16207" y="382826"/>
            <a:ext cx="10783758" cy="355509"/>
          </a:xfrm>
        </p:spPr>
        <p:txBody>
          <a:bodyPr>
            <a:normAutofit fontScale="90000"/>
          </a:bodyPr>
          <a:lstStyle/>
          <a:p>
            <a:pPr defTabSz="685783">
              <a:defRPr/>
            </a:pPr>
            <a:r>
              <a:rPr lang="en-AU" sz="2400" b="0" dirty="0">
                <a:solidFill>
                  <a:srgbClr val="0054A6"/>
                </a:solidFill>
                <a:cs typeface="Arial" panose="020B0604020202020204" pitchFamily="34" charset="0"/>
              </a:rPr>
              <a:t>AI Use-case Types </a:t>
            </a:r>
            <a:r>
              <a:rPr lang="en-AU" sz="2400" dirty="0">
                <a:solidFill>
                  <a:srgbClr val="0054A6"/>
                </a:solidFill>
                <a:cs typeface="Arial" panose="020B0604020202020204" pitchFamily="34" charset="0"/>
              </a:rPr>
              <a:t>&amp; Architecture Pattern Mapping from AI Blueprint</a:t>
            </a:r>
            <a:endParaRPr lang="en-AU" sz="2400" b="0" dirty="0">
              <a:solidFill>
                <a:srgbClr val="0054A6"/>
              </a:solidFill>
              <a:ea typeface="+mn-lt"/>
              <a:cs typeface="Arial" panose="020B0604020202020204" pitchFamily="34" charset="0"/>
            </a:endParaRPr>
          </a:p>
        </p:txBody>
      </p:sp>
      <p:sp>
        <p:nvSpPr>
          <p:cNvPr id="5" name="TextBox 4">
            <a:extLst>
              <a:ext uri="{FF2B5EF4-FFF2-40B4-BE49-F238E27FC236}">
                <a16:creationId xmlns:a16="http://schemas.microsoft.com/office/drawing/2014/main" id="{0D573EF2-FCAD-84B6-A373-8FF5E14B308C}"/>
              </a:ext>
            </a:extLst>
          </p:cNvPr>
          <p:cNvSpPr txBox="1"/>
          <p:nvPr/>
        </p:nvSpPr>
        <p:spPr>
          <a:xfrm>
            <a:off x="616206" y="982800"/>
            <a:ext cx="11133953" cy="461665"/>
          </a:xfrm>
          <a:prstGeom prst="rect">
            <a:avLst/>
          </a:prstGeom>
          <a:noFill/>
        </p:spPr>
        <p:txBody>
          <a:bodyPr wrap="square">
            <a:spAutoFit/>
          </a:bodyPr>
          <a:lstStyle/>
          <a:p>
            <a:r>
              <a:rPr lang="en-AU" sz="1200" dirty="0"/>
              <a:t>The AI Blueprint mapped the use case types with the AI architecture patterns as shown in the mapping below. Sydney Water Chatbot is a chat with knowledge (our documents) type of use case and the right AI modelling technique for those use cases is Generative AI with RAG.</a:t>
            </a:r>
          </a:p>
        </p:txBody>
      </p:sp>
      <p:pic>
        <p:nvPicPr>
          <p:cNvPr id="10" name="Picture 9">
            <a:extLst>
              <a:ext uri="{FF2B5EF4-FFF2-40B4-BE49-F238E27FC236}">
                <a16:creationId xmlns:a16="http://schemas.microsoft.com/office/drawing/2014/main" id="{E3757192-786B-3DBD-C9F7-FFDC2A3FCE15}"/>
              </a:ext>
            </a:extLst>
          </p:cNvPr>
          <p:cNvPicPr>
            <a:picLocks noChangeAspect="1"/>
          </p:cNvPicPr>
          <p:nvPr/>
        </p:nvPicPr>
        <p:blipFill>
          <a:blip r:embed="rId2"/>
          <a:stretch>
            <a:fillRect/>
          </a:stretch>
        </p:blipFill>
        <p:spPr>
          <a:xfrm>
            <a:off x="1348003" y="1595495"/>
            <a:ext cx="8936713" cy="5080334"/>
          </a:xfrm>
          <a:prstGeom prst="rect">
            <a:avLst/>
          </a:prstGeom>
        </p:spPr>
      </p:pic>
    </p:spTree>
    <p:extLst>
      <p:ext uri="{BB962C8B-B14F-4D97-AF65-F5344CB8AC3E}">
        <p14:creationId xmlns:p14="http://schemas.microsoft.com/office/powerpoint/2010/main" val="1014561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16207" y="382826"/>
            <a:ext cx="10515600" cy="355509"/>
          </a:xfrm>
        </p:spPr>
        <p:txBody>
          <a:bodyPr>
            <a:normAutofit fontScale="90000"/>
          </a:bodyPr>
          <a:lstStyle/>
          <a:p>
            <a:pPr defTabSz="685783">
              <a:defRPr/>
            </a:pPr>
            <a:r>
              <a:rPr lang="en-US" sz="2400" dirty="0"/>
              <a:t>Bespoke </a:t>
            </a:r>
            <a:r>
              <a:rPr lang="en-US" sz="2400" dirty="0" err="1"/>
              <a:t>GenAI</a:t>
            </a:r>
            <a:r>
              <a:rPr lang="en-US" sz="2400" dirty="0"/>
              <a:t> vs M365 Copilot</a:t>
            </a:r>
            <a:endParaRPr lang="en-AU" sz="2400" b="0" dirty="0">
              <a:solidFill>
                <a:srgbClr val="0054A6"/>
              </a:solidFill>
              <a:ea typeface="+mn-lt"/>
              <a:cs typeface="Arial" panose="020B0604020202020204" pitchFamily="34" charset="0"/>
            </a:endParaRPr>
          </a:p>
        </p:txBody>
      </p:sp>
      <p:graphicFrame>
        <p:nvGraphicFramePr>
          <p:cNvPr id="4" name="Table 3">
            <a:extLst>
              <a:ext uri="{FF2B5EF4-FFF2-40B4-BE49-F238E27FC236}">
                <a16:creationId xmlns:a16="http://schemas.microsoft.com/office/drawing/2014/main" id="{FDA86D28-9B38-1FD2-027D-8552DA0C1D1C}"/>
              </a:ext>
            </a:extLst>
          </p:cNvPr>
          <p:cNvGraphicFramePr>
            <a:graphicFrameLocks noGrp="1"/>
          </p:cNvGraphicFramePr>
          <p:nvPr>
            <p:extLst>
              <p:ext uri="{D42A27DB-BD31-4B8C-83A1-F6EECF244321}">
                <p14:modId xmlns:p14="http://schemas.microsoft.com/office/powerpoint/2010/main" val="546614623"/>
              </p:ext>
            </p:extLst>
          </p:nvPr>
        </p:nvGraphicFramePr>
        <p:xfrm>
          <a:off x="639654" y="1158395"/>
          <a:ext cx="11133954" cy="5108632"/>
        </p:xfrm>
        <a:graphic>
          <a:graphicData uri="http://schemas.openxmlformats.org/drawingml/2006/table">
            <a:tbl>
              <a:tblPr firstRow="1" bandRow="1">
                <a:tableStyleId>{073A0DAA-6AF3-43AB-8588-CEC1D06C72B9}</a:tableStyleId>
              </a:tblPr>
              <a:tblGrid>
                <a:gridCol w="2690898">
                  <a:extLst>
                    <a:ext uri="{9D8B030D-6E8A-4147-A177-3AD203B41FA5}">
                      <a16:colId xmlns:a16="http://schemas.microsoft.com/office/drawing/2014/main" val="3127004748"/>
                    </a:ext>
                  </a:extLst>
                </a:gridCol>
                <a:gridCol w="4416290">
                  <a:extLst>
                    <a:ext uri="{9D8B030D-6E8A-4147-A177-3AD203B41FA5}">
                      <a16:colId xmlns:a16="http://schemas.microsoft.com/office/drawing/2014/main" val="2637723134"/>
                    </a:ext>
                  </a:extLst>
                </a:gridCol>
                <a:gridCol w="4026766">
                  <a:extLst>
                    <a:ext uri="{9D8B030D-6E8A-4147-A177-3AD203B41FA5}">
                      <a16:colId xmlns:a16="http://schemas.microsoft.com/office/drawing/2014/main" val="3052361573"/>
                    </a:ext>
                  </a:extLst>
                </a:gridCol>
              </a:tblGrid>
              <a:tr h="290924">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endParaRPr lang="en-AU" dirty="0"/>
                    </a:p>
                  </a:txBody>
                  <a:tcPr>
                    <a:solidFill>
                      <a:srgbClr val="5B9BD5"/>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pPr algn="ctr"/>
                      <a:r>
                        <a:rPr lang="en-US" sz="1350" dirty="0"/>
                        <a:t>Bespoke </a:t>
                      </a:r>
                      <a:r>
                        <a:rPr lang="en-US" sz="1350" dirty="0" err="1"/>
                        <a:t>GenAI</a:t>
                      </a:r>
                      <a:r>
                        <a:rPr lang="en-US" sz="1350" dirty="0"/>
                        <a:t> Solution</a:t>
                      </a:r>
                      <a:endParaRPr lang="en-AU" sz="1350" dirty="0">
                        <a:latin typeface="Calibri" panose="020F0502020204030204" pitchFamily="34" charset="0"/>
                        <a:cs typeface="Calibri" panose="020F0502020204030204" pitchFamily="34" charset="0"/>
                      </a:endParaRPr>
                    </a:p>
                  </a:txBody>
                  <a:tcPr>
                    <a:solidFill>
                      <a:srgbClr val="5B9BD5"/>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pPr algn="ctr"/>
                      <a:r>
                        <a:rPr lang="en-US" sz="1350" dirty="0"/>
                        <a:t>M365 Copilot</a:t>
                      </a:r>
                      <a:endParaRPr lang="en-AU" sz="1350" dirty="0">
                        <a:latin typeface="Calibri" panose="020F0502020204030204" pitchFamily="34" charset="0"/>
                        <a:cs typeface="Calibri" panose="020F0502020204030204" pitchFamily="34" charset="0"/>
                      </a:endParaRPr>
                    </a:p>
                  </a:txBody>
                  <a:tcPr>
                    <a:solidFill>
                      <a:srgbClr val="5B9BD5"/>
                    </a:solidFill>
                  </a:tcPr>
                </a:tc>
                <a:extLst>
                  <a:ext uri="{0D108BD9-81ED-4DB2-BD59-A6C34878D82A}">
                    <a16:rowId xmlns:a16="http://schemas.microsoft.com/office/drawing/2014/main" val="1537954593"/>
                  </a:ext>
                </a:extLst>
              </a:tr>
              <a:tr h="70896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latinLnBrk="0" hangingPunct="1"/>
                      <a:r>
                        <a:rPr lang="en-US" sz="1350" b="1" kern="1200" dirty="0">
                          <a:solidFill>
                            <a:schemeClr val="dk1"/>
                          </a:solidFill>
                          <a:effectLst/>
                        </a:rPr>
                        <a:t>Use Cases</a:t>
                      </a:r>
                      <a:endParaRPr lang="en-AU" sz="1350" b="1" kern="1200" dirty="0">
                        <a:solidFill>
                          <a:schemeClr val="dk1"/>
                        </a:solidFill>
                        <a:effectLst/>
                        <a:latin typeface="Calibri" panose="020F0502020204030204"/>
                        <a:ea typeface="+mn-ea"/>
                        <a:cs typeface="+mn-cs"/>
                      </a:endParaRPr>
                    </a:p>
                  </a:txBody>
                  <a:tcPr anchor="ctr">
                    <a:solidFill>
                      <a:srgbClr val="D2DEE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Wide variety of use cases </a:t>
                      </a:r>
                    </a:p>
                    <a:p>
                      <a:r>
                        <a:rPr lang="en-US" sz="1300" dirty="0"/>
                        <a:t>(</a:t>
                      </a:r>
                      <a:r>
                        <a:rPr lang="en-US" sz="1300" dirty="0" err="1"/>
                        <a:t>eg</a:t>
                      </a:r>
                      <a:r>
                        <a:rPr lang="en-US" sz="1300" dirty="0"/>
                        <a:t>: complex document analysis, integration with enterprise applications, unique data sources and workflows)  </a:t>
                      </a:r>
                      <a:endParaRPr lang="en-AU" sz="1300" dirty="0">
                        <a:latin typeface="Calibri" panose="020F0502020204030204" pitchFamily="34" charset="0"/>
                        <a:cs typeface="Calibri" panose="020F0502020204030204" pitchFamily="34" charset="0"/>
                      </a:endParaRPr>
                    </a:p>
                  </a:txBody>
                  <a:tcPr anchor="ctr">
                    <a:solidFill>
                      <a:srgbClr val="D2DEE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Limited to M365 scenarios </a:t>
                      </a:r>
                    </a:p>
                    <a:p>
                      <a:r>
                        <a:rPr lang="en-US" sz="1300" dirty="0"/>
                        <a:t>(</a:t>
                      </a:r>
                      <a:r>
                        <a:rPr lang="en-US" sz="1300" dirty="0" err="1"/>
                        <a:t>eg</a:t>
                      </a:r>
                      <a:r>
                        <a:rPr lang="en-US" sz="1300" dirty="0"/>
                        <a:t>: day to day document creation, summarization, emails etc.) </a:t>
                      </a:r>
                      <a:endParaRPr lang="en-AU" sz="1300" dirty="0">
                        <a:latin typeface="Calibri" panose="020F0502020204030204" pitchFamily="34" charset="0"/>
                        <a:cs typeface="Calibri" panose="020F0502020204030204" pitchFamily="34" charset="0"/>
                      </a:endParaRPr>
                    </a:p>
                  </a:txBody>
                  <a:tcPr anchor="ctr">
                    <a:solidFill>
                      <a:srgbClr val="D2DEEF"/>
                    </a:solidFill>
                  </a:tcPr>
                </a:tc>
                <a:extLst>
                  <a:ext uri="{0D108BD9-81ED-4DB2-BD59-A6C34878D82A}">
                    <a16:rowId xmlns:a16="http://schemas.microsoft.com/office/drawing/2014/main" val="3480272227"/>
                  </a:ext>
                </a:extLst>
              </a:tr>
              <a:tr h="70896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latinLnBrk="0" hangingPunct="1"/>
                      <a:r>
                        <a:rPr lang="en-US" sz="1350" b="1" kern="1200" dirty="0">
                          <a:solidFill>
                            <a:schemeClr val="dk1"/>
                          </a:solidFill>
                          <a:effectLst/>
                        </a:rPr>
                        <a:t>Data scope / Data sources</a:t>
                      </a:r>
                      <a:endParaRPr lang="en-AU" sz="1350" b="1" kern="1200" dirty="0">
                        <a:solidFill>
                          <a:schemeClr val="dk1"/>
                        </a:solidFill>
                        <a:effectLst/>
                        <a:latin typeface="Calibri" panose="020F0502020204030204"/>
                        <a:ea typeface="+mn-ea"/>
                        <a:cs typeface="+mn-cs"/>
                      </a:endParaRPr>
                    </a:p>
                  </a:txBody>
                  <a:tcPr anchor="ctr">
                    <a:solidFill>
                      <a:srgbClr val="EAEFF7"/>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Any data sources and enterprise systems with custom integrations </a:t>
                      </a:r>
                      <a:endParaRPr lang="en-AU" sz="1300" dirty="0">
                        <a:latin typeface="Calibri" panose="020F0502020204030204" pitchFamily="34" charset="0"/>
                        <a:cs typeface="Calibri" panose="020F0502020204030204" pitchFamily="34" charset="0"/>
                      </a:endParaRPr>
                    </a:p>
                  </a:txBody>
                  <a:tcPr anchor="ctr">
                    <a:solidFill>
                      <a:srgbClr val="EAEFF7"/>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sz="1300" dirty="0"/>
                        <a:t>M365 stack/Microsoft Graph and linked data sources only</a:t>
                      </a:r>
                      <a:endParaRPr lang="en-AU" sz="1300" dirty="0">
                        <a:latin typeface="Calibri" panose="020F0502020204030204" pitchFamily="34" charset="0"/>
                        <a:cs typeface="Calibri" panose="020F0502020204030204" pitchFamily="34" charset="0"/>
                      </a:endParaRPr>
                    </a:p>
                  </a:txBody>
                  <a:tcPr anchor="ctr">
                    <a:solidFill>
                      <a:srgbClr val="EAEFF7"/>
                    </a:solidFill>
                  </a:tcPr>
                </a:tc>
                <a:extLst>
                  <a:ext uri="{0D108BD9-81ED-4DB2-BD59-A6C34878D82A}">
                    <a16:rowId xmlns:a16="http://schemas.microsoft.com/office/drawing/2014/main" val="3124582122"/>
                  </a:ext>
                </a:extLst>
              </a:tr>
              <a:tr h="70896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latinLnBrk="0" hangingPunct="1"/>
                      <a:r>
                        <a:rPr lang="en-US" sz="1350" b="1" kern="1200" dirty="0">
                          <a:solidFill>
                            <a:schemeClr val="dk1"/>
                          </a:solidFill>
                          <a:effectLst/>
                        </a:rPr>
                        <a:t>Integrations</a:t>
                      </a:r>
                      <a:endParaRPr lang="en-AU" sz="1350" b="1" kern="1200" dirty="0">
                        <a:solidFill>
                          <a:schemeClr val="dk1"/>
                        </a:solidFill>
                        <a:effectLst/>
                        <a:latin typeface="Calibri" panose="020F0502020204030204"/>
                        <a:ea typeface="+mn-ea"/>
                        <a:cs typeface="+mn-cs"/>
                      </a:endParaRPr>
                    </a:p>
                  </a:txBody>
                  <a:tcPr anchor="ctr">
                    <a:solidFill>
                      <a:srgbClr val="D2DEE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Integration possible with any enterprise application and workflows </a:t>
                      </a:r>
                      <a:endParaRPr lang="en-AU" sz="1300" dirty="0">
                        <a:latin typeface="Calibri" panose="020F0502020204030204" pitchFamily="34" charset="0"/>
                        <a:cs typeface="Calibri" panose="020F0502020204030204" pitchFamily="34" charset="0"/>
                      </a:endParaRPr>
                    </a:p>
                  </a:txBody>
                  <a:tcPr anchor="ctr">
                    <a:solidFill>
                      <a:srgbClr val="D2DEE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Limited to M365 Stack/Microsoft Graph</a:t>
                      </a:r>
                      <a:endParaRPr lang="en-AU" sz="1300" dirty="0">
                        <a:latin typeface="Calibri" panose="020F0502020204030204" pitchFamily="34" charset="0"/>
                        <a:cs typeface="Calibri" panose="020F0502020204030204" pitchFamily="34" charset="0"/>
                      </a:endParaRPr>
                    </a:p>
                  </a:txBody>
                  <a:tcPr anchor="ctr">
                    <a:solidFill>
                      <a:srgbClr val="D2DEEF"/>
                    </a:solidFill>
                  </a:tcPr>
                </a:tc>
                <a:extLst>
                  <a:ext uri="{0D108BD9-81ED-4DB2-BD59-A6C34878D82A}">
                    <a16:rowId xmlns:a16="http://schemas.microsoft.com/office/drawing/2014/main" val="566505285"/>
                  </a:ext>
                </a:extLst>
              </a:tr>
              <a:tr h="70896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latinLnBrk="0" hangingPunct="1"/>
                      <a:r>
                        <a:rPr lang="en-US" sz="1350" b="1" kern="1200" dirty="0">
                          <a:solidFill>
                            <a:schemeClr val="dk1"/>
                          </a:solidFill>
                          <a:effectLst/>
                        </a:rPr>
                        <a:t>LLMs/FMs Choice</a:t>
                      </a:r>
                      <a:endParaRPr lang="en-AU" sz="1350" b="1" kern="1200" dirty="0">
                        <a:solidFill>
                          <a:schemeClr val="dk1"/>
                        </a:solidFill>
                        <a:effectLst/>
                        <a:latin typeface="Calibri" panose="020F0502020204030204"/>
                        <a:ea typeface="+mn-ea"/>
                        <a:cs typeface="+mn-cs"/>
                      </a:endParaRPr>
                    </a:p>
                  </a:txBody>
                  <a:tcPr anchor="ctr">
                    <a:solidFill>
                      <a:srgbClr val="EAEFF7"/>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LLMs/FMs can be chosen based on best available</a:t>
                      </a:r>
                      <a:endParaRPr lang="en-AU" sz="1300" dirty="0">
                        <a:latin typeface="Calibri" panose="020F0502020204030204" pitchFamily="34" charset="0"/>
                        <a:cs typeface="Calibri" panose="020F0502020204030204" pitchFamily="34" charset="0"/>
                      </a:endParaRPr>
                    </a:p>
                  </a:txBody>
                  <a:tcPr anchor="ctr">
                    <a:solidFill>
                      <a:srgbClr val="EAEFF7"/>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Default models used by M365 only</a:t>
                      </a:r>
                      <a:endParaRPr lang="en-AU" sz="1300" dirty="0">
                        <a:latin typeface="Calibri" panose="020F0502020204030204" pitchFamily="34" charset="0"/>
                        <a:cs typeface="Calibri" panose="020F0502020204030204" pitchFamily="34" charset="0"/>
                      </a:endParaRPr>
                    </a:p>
                  </a:txBody>
                  <a:tcPr anchor="ctr">
                    <a:solidFill>
                      <a:srgbClr val="EAEFF7"/>
                    </a:solidFill>
                  </a:tcPr>
                </a:tc>
                <a:extLst>
                  <a:ext uri="{0D108BD9-81ED-4DB2-BD59-A6C34878D82A}">
                    <a16:rowId xmlns:a16="http://schemas.microsoft.com/office/drawing/2014/main" val="2589367950"/>
                  </a:ext>
                </a:extLst>
              </a:tr>
              <a:tr h="94164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latinLnBrk="0" hangingPunct="1"/>
                      <a:r>
                        <a:rPr lang="en-US" sz="1350" b="1" kern="1200" dirty="0">
                          <a:solidFill>
                            <a:schemeClr val="dk1"/>
                          </a:solidFill>
                          <a:effectLst/>
                        </a:rPr>
                        <a:t>Customization / Innovation</a:t>
                      </a:r>
                      <a:endParaRPr lang="en-AU" sz="1350" b="1" kern="1200" dirty="0">
                        <a:solidFill>
                          <a:schemeClr val="dk1"/>
                        </a:solidFill>
                        <a:effectLst/>
                        <a:latin typeface="Calibri" panose="020F0502020204030204"/>
                        <a:ea typeface="+mn-ea"/>
                        <a:cs typeface="+mn-cs"/>
                      </a:endParaRPr>
                    </a:p>
                  </a:txBody>
                  <a:tcPr anchor="ctr">
                    <a:solidFill>
                      <a:srgbClr val="D2DEE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Customizable and extendable use cases based on unique business scenarios </a:t>
                      </a:r>
                      <a:endParaRPr lang="en-AU" sz="1300" dirty="0">
                        <a:latin typeface="Calibri" panose="020F0502020204030204" pitchFamily="34" charset="0"/>
                        <a:cs typeface="Calibri" panose="020F0502020204030204" pitchFamily="34" charset="0"/>
                      </a:endParaRPr>
                    </a:p>
                  </a:txBody>
                  <a:tcPr anchor="ctr">
                    <a:solidFill>
                      <a:srgbClr val="D2DEE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Limited by M365 scenarios, limited customization </a:t>
                      </a:r>
                      <a:endParaRPr lang="en-AU" sz="1300" dirty="0">
                        <a:latin typeface="Calibri" panose="020F0502020204030204" pitchFamily="34" charset="0"/>
                        <a:cs typeface="Calibri" panose="020F0502020204030204" pitchFamily="34" charset="0"/>
                      </a:endParaRPr>
                    </a:p>
                  </a:txBody>
                  <a:tcPr anchor="ctr">
                    <a:solidFill>
                      <a:srgbClr val="D2DEEF"/>
                    </a:solidFill>
                  </a:tcPr>
                </a:tc>
                <a:extLst>
                  <a:ext uri="{0D108BD9-81ED-4DB2-BD59-A6C34878D82A}">
                    <a16:rowId xmlns:a16="http://schemas.microsoft.com/office/drawing/2014/main" val="3992370423"/>
                  </a:ext>
                </a:extLst>
              </a:tr>
              <a:tr h="103381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ctr" defTabSz="914400" rtl="0" eaLnBrk="1" latinLnBrk="0" hangingPunct="1"/>
                      <a:r>
                        <a:rPr lang="en-US" sz="1350" b="1" kern="1200" dirty="0">
                          <a:solidFill>
                            <a:schemeClr val="dk1"/>
                          </a:solidFill>
                          <a:effectLst/>
                        </a:rPr>
                        <a:t>Advanced Future Capabilities </a:t>
                      </a:r>
                      <a:endParaRPr lang="en-AU" sz="1350" b="1" kern="1200" dirty="0">
                        <a:solidFill>
                          <a:schemeClr val="dk1"/>
                        </a:solidFill>
                        <a:effectLst/>
                        <a:latin typeface="Calibri" panose="020F0502020204030204"/>
                        <a:ea typeface="+mn-ea"/>
                        <a:cs typeface="+mn-cs"/>
                      </a:endParaRPr>
                    </a:p>
                  </a:txBody>
                  <a:tcPr anchor="ctr">
                    <a:solidFill>
                      <a:srgbClr val="EAEFF7"/>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Can incorporate fine-tuning or AI Agents at a later state if required</a:t>
                      </a:r>
                      <a:endParaRPr lang="en-AU" sz="1300" dirty="0">
                        <a:latin typeface="Calibri" panose="020F0502020204030204" pitchFamily="34" charset="0"/>
                        <a:cs typeface="Calibri" panose="020F0502020204030204" pitchFamily="34" charset="0"/>
                      </a:endParaRPr>
                    </a:p>
                  </a:txBody>
                  <a:tcPr anchor="ctr">
                    <a:solidFill>
                      <a:srgbClr val="EAEFF7"/>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300" dirty="0"/>
                        <a:t>Limited by M365 Copilot product roadmap</a:t>
                      </a:r>
                      <a:endParaRPr lang="en-AU" sz="1300" dirty="0">
                        <a:latin typeface="Calibri" panose="020F0502020204030204" pitchFamily="34" charset="0"/>
                        <a:cs typeface="Calibri" panose="020F0502020204030204" pitchFamily="34" charset="0"/>
                      </a:endParaRPr>
                    </a:p>
                  </a:txBody>
                  <a:tcPr anchor="ctr">
                    <a:solidFill>
                      <a:srgbClr val="EAEFF7"/>
                    </a:solidFill>
                  </a:tcPr>
                </a:tc>
                <a:extLst>
                  <a:ext uri="{0D108BD9-81ED-4DB2-BD59-A6C34878D82A}">
                    <a16:rowId xmlns:a16="http://schemas.microsoft.com/office/drawing/2014/main" val="4094426258"/>
                  </a:ext>
                </a:extLst>
              </a:tr>
            </a:tbl>
          </a:graphicData>
        </a:graphic>
      </p:graphicFrame>
    </p:spTree>
    <p:extLst>
      <p:ext uri="{BB962C8B-B14F-4D97-AF65-F5344CB8AC3E}">
        <p14:creationId xmlns:p14="http://schemas.microsoft.com/office/powerpoint/2010/main" val="3420691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27931" y="376970"/>
            <a:ext cx="10515600" cy="401359"/>
          </a:xfrm>
        </p:spPr>
        <p:txBody>
          <a:bodyPr>
            <a:normAutofit fontScale="90000"/>
          </a:bodyPr>
          <a:lstStyle/>
          <a:p>
            <a:pPr defTabSz="685783">
              <a:defRPr/>
            </a:pPr>
            <a:r>
              <a:rPr lang="en-AU" sz="2400" b="0">
                <a:solidFill>
                  <a:srgbClr val="0054A6"/>
                </a:solidFill>
                <a:cs typeface="Arial" panose="020B0604020202020204" pitchFamily="34" charset="0"/>
              </a:rPr>
              <a:t>Retrieval Augmented Generation (RAG)</a:t>
            </a:r>
            <a:endParaRPr lang="en-AU" sz="2400" b="0">
              <a:solidFill>
                <a:srgbClr val="0054A6"/>
              </a:solidFill>
              <a:ea typeface="+mn-lt"/>
              <a:cs typeface="Arial" panose="020B0604020202020204" pitchFamily="34" charset="0"/>
            </a:endParaRPr>
          </a:p>
        </p:txBody>
      </p:sp>
      <p:sp>
        <p:nvSpPr>
          <p:cNvPr id="9" name="TextBox 8">
            <a:extLst>
              <a:ext uri="{FF2B5EF4-FFF2-40B4-BE49-F238E27FC236}">
                <a16:creationId xmlns:a16="http://schemas.microsoft.com/office/drawing/2014/main" id="{38357732-E06F-7002-2527-844AEA736AD8}"/>
              </a:ext>
            </a:extLst>
          </p:cNvPr>
          <p:cNvSpPr txBox="1"/>
          <p:nvPr/>
        </p:nvSpPr>
        <p:spPr>
          <a:xfrm>
            <a:off x="8895718" y="1102864"/>
            <a:ext cx="2971799" cy="3077766"/>
          </a:xfrm>
          <a:prstGeom prst="rect">
            <a:avLst/>
          </a:prstGeom>
          <a:noFill/>
        </p:spPr>
        <p:txBody>
          <a:bodyPr wrap="square">
            <a:spAutoFit/>
          </a:bodyPr>
          <a:lstStyle/>
          <a:p>
            <a:endParaRPr lang="en-AU" sz="1800"/>
          </a:p>
          <a:p>
            <a:pPr marL="342900" indent="-342900">
              <a:buAutoNum type="arabicPeriod"/>
            </a:pPr>
            <a:r>
              <a:rPr lang="en-AU" sz="1600"/>
              <a:t>User submits a query</a:t>
            </a:r>
          </a:p>
          <a:p>
            <a:pPr marL="342900" indent="-342900">
              <a:buAutoNum type="arabicPeriod"/>
            </a:pPr>
            <a:endParaRPr lang="en-AU" sz="1600"/>
          </a:p>
          <a:p>
            <a:pPr marL="342900" indent="-342900">
              <a:buAutoNum type="arabicPeriod"/>
            </a:pPr>
            <a:r>
              <a:rPr lang="en-AU" sz="1600"/>
              <a:t>System retrieves relevant information from knowledge sources</a:t>
            </a:r>
          </a:p>
          <a:p>
            <a:pPr marL="342900" indent="-342900">
              <a:buAutoNum type="arabicPeriod"/>
            </a:pPr>
            <a:endParaRPr lang="en-AU" sz="1600"/>
          </a:p>
          <a:p>
            <a:pPr marL="342900" indent="-342900">
              <a:buAutoNum type="arabicPeriod"/>
            </a:pPr>
            <a:r>
              <a:rPr lang="en-AU" sz="1600"/>
              <a:t>Retrieved context augments the AI prompt</a:t>
            </a:r>
          </a:p>
          <a:p>
            <a:pPr marL="342900" indent="-342900">
              <a:buAutoNum type="arabicPeriod"/>
            </a:pPr>
            <a:endParaRPr lang="en-AU" sz="1600"/>
          </a:p>
          <a:p>
            <a:pPr marL="342900" indent="-342900">
              <a:buAutoNum type="arabicPeriod"/>
            </a:pPr>
            <a:r>
              <a:rPr lang="en-AU" sz="1600"/>
              <a:t>AI generates accurate, contextual responses</a:t>
            </a:r>
          </a:p>
        </p:txBody>
      </p:sp>
      <p:pic>
        <p:nvPicPr>
          <p:cNvPr id="4" name="Picture 3">
            <a:extLst>
              <a:ext uri="{FF2B5EF4-FFF2-40B4-BE49-F238E27FC236}">
                <a16:creationId xmlns:a16="http://schemas.microsoft.com/office/drawing/2014/main" id="{D133E4F0-E4EA-A443-0172-7E57E99D4134}"/>
              </a:ext>
            </a:extLst>
          </p:cNvPr>
          <p:cNvPicPr>
            <a:picLocks noChangeAspect="1"/>
          </p:cNvPicPr>
          <p:nvPr/>
        </p:nvPicPr>
        <p:blipFill>
          <a:blip r:embed="rId3"/>
          <a:stretch>
            <a:fillRect/>
          </a:stretch>
        </p:blipFill>
        <p:spPr>
          <a:xfrm>
            <a:off x="669129" y="731566"/>
            <a:ext cx="8179671" cy="6088333"/>
          </a:xfrm>
          <a:prstGeom prst="rect">
            <a:avLst/>
          </a:prstGeom>
        </p:spPr>
      </p:pic>
    </p:spTree>
    <p:extLst>
      <p:ext uri="{BB962C8B-B14F-4D97-AF65-F5344CB8AC3E}">
        <p14:creationId xmlns:p14="http://schemas.microsoft.com/office/powerpoint/2010/main" val="4261117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16207" y="382826"/>
            <a:ext cx="10515600" cy="355509"/>
          </a:xfrm>
        </p:spPr>
        <p:txBody>
          <a:bodyPr>
            <a:normAutofit fontScale="90000"/>
          </a:bodyPr>
          <a:lstStyle/>
          <a:p>
            <a:pPr defTabSz="685783">
              <a:defRPr/>
            </a:pPr>
            <a:r>
              <a:rPr lang="en-AU" sz="2400" b="0">
                <a:solidFill>
                  <a:srgbClr val="0054A6"/>
                </a:solidFill>
                <a:cs typeface="Arial" panose="020B0604020202020204" pitchFamily="34" charset="0"/>
              </a:rPr>
              <a:t>GenAI with RAG on Databricks – Mosaic AI Tools</a:t>
            </a:r>
            <a:endParaRPr lang="en-AU" sz="2400" b="0">
              <a:solidFill>
                <a:srgbClr val="0054A6"/>
              </a:solidFill>
              <a:ea typeface="+mn-lt"/>
              <a:cs typeface="Arial" panose="020B0604020202020204" pitchFamily="34" charset="0"/>
            </a:endParaRPr>
          </a:p>
        </p:txBody>
      </p:sp>
      <p:graphicFrame>
        <p:nvGraphicFramePr>
          <p:cNvPr id="4" name="Table 3">
            <a:extLst>
              <a:ext uri="{FF2B5EF4-FFF2-40B4-BE49-F238E27FC236}">
                <a16:creationId xmlns:a16="http://schemas.microsoft.com/office/drawing/2014/main" id="{FDA86D28-9B38-1FD2-027D-8552DA0C1D1C}"/>
              </a:ext>
            </a:extLst>
          </p:cNvPr>
          <p:cNvGraphicFramePr>
            <a:graphicFrameLocks noGrp="1"/>
          </p:cNvGraphicFramePr>
          <p:nvPr>
            <p:extLst>
              <p:ext uri="{D42A27DB-BD31-4B8C-83A1-F6EECF244321}">
                <p14:modId xmlns:p14="http://schemas.microsoft.com/office/powerpoint/2010/main" val="1656981173"/>
              </p:ext>
            </p:extLst>
          </p:nvPr>
        </p:nvGraphicFramePr>
        <p:xfrm>
          <a:off x="628767" y="1278527"/>
          <a:ext cx="9709851" cy="5196646"/>
        </p:xfrm>
        <a:graphic>
          <a:graphicData uri="http://schemas.openxmlformats.org/drawingml/2006/table">
            <a:tbl>
              <a:tblPr firstRow="1" bandRow="1">
                <a:tableStyleId>{073A0DAA-6AF3-43AB-8588-CEC1D06C72B9}</a:tableStyleId>
              </a:tblPr>
              <a:tblGrid>
                <a:gridCol w="2746814">
                  <a:extLst>
                    <a:ext uri="{9D8B030D-6E8A-4147-A177-3AD203B41FA5}">
                      <a16:colId xmlns:a16="http://schemas.microsoft.com/office/drawing/2014/main" val="3127004748"/>
                    </a:ext>
                  </a:extLst>
                </a:gridCol>
                <a:gridCol w="6963037">
                  <a:extLst>
                    <a:ext uri="{9D8B030D-6E8A-4147-A177-3AD203B41FA5}">
                      <a16:colId xmlns:a16="http://schemas.microsoft.com/office/drawing/2014/main" val="3052361573"/>
                    </a:ext>
                  </a:extLst>
                </a:gridCol>
              </a:tblGrid>
              <a:tr h="390654">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r>
                        <a:rPr lang="en-AU" dirty="0"/>
                        <a:t>Component</a:t>
                      </a:r>
                    </a:p>
                  </a:txBody>
                  <a:tcPr>
                    <a:solidFill>
                      <a:srgbClr val="5B9BD5"/>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r>
                        <a:rPr lang="en-AU" dirty="0"/>
                        <a:t>Task</a:t>
                      </a:r>
                    </a:p>
                  </a:txBody>
                  <a:tcPr>
                    <a:solidFill>
                      <a:srgbClr val="5B9BD5"/>
                    </a:solidFill>
                  </a:tcPr>
                </a:tc>
                <a:extLst>
                  <a:ext uri="{0D108BD9-81ED-4DB2-BD59-A6C34878D82A}">
                    <a16:rowId xmlns:a16="http://schemas.microsoft.com/office/drawing/2014/main" val="1537954593"/>
                  </a:ext>
                </a:extLst>
              </a:tr>
              <a:tr h="600749">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AU" sz="1200" kern="1200" dirty="0">
                          <a:solidFill>
                            <a:schemeClr val="dk1"/>
                          </a:solidFill>
                          <a:effectLst/>
                          <a:latin typeface="+mn-lt"/>
                          <a:ea typeface="+mn-ea"/>
                          <a:cs typeface="+mn-cs"/>
                        </a:rPr>
                        <a:t>Unity </a:t>
                      </a:r>
                      <a:r>
                        <a:rPr lang="en-AU" sz="1200" kern="1200" dirty="0" err="1">
                          <a:solidFill>
                            <a:schemeClr val="dk1"/>
                          </a:solidFill>
                          <a:effectLst/>
                          <a:latin typeface="+mn-lt"/>
                          <a:ea typeface="+mn-ea"/>
                          <a:cs typeface="+mn-cs"/>
                        </a:rPr>
                        <a:t>Catalog</a:t>
                      </a:r>
                      <a:endParaRPr lang="en-AU" sz="1200" kern="1200" dirty="0">
                        <a:solidFill>
                          <a:schemeClr val="dk1"/>
                        </a:solidFill>
                        <a:effectLst/>
                        <a:latin typeface="+mn-lt"/>
                        <a:ea typeface="+mn-ea"/>
                        <a:cs typeface="+mn-cs"/>
                      </a:endParaRPr>
                    </a:p>
                  </a:txBody>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AU" sz="1200" kern="1200" dirty="0">
                          <a:solidFill>
                            <a:schemeClr val="dk1"/>
                          </a:solidFill>
                          <a:effectLst/>
                          <a:latin typeface="+mn-lt"/>
                          <a:ea typeface="+mn-ea"/>
                          <a:cs typeface="+mn-cs"/>
                        </a:rPr>
                        <a:t>Governance, discovery, versioning, and access control for data, features, models, and functions.</a:t>
                      </a:r>
                    </a:p>
                  </a:txBody>
                  <a:tcPr/>
                </a:tc>
                <a:extLst>
                  <a:ext uri="{0D108BD9-81ED-4DB2-BD59-A6C34878D82A}">
                    <a16:rowId xmlns:a16="http://schemas.microsoft.com/office/drawing/2014/main" val="3480272227"/>
                  </a:ext>
                </a:extLst>
              </a:tr>
              <a:tr h="600749">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effectLst/>
                          <a:latin typeface="+mn-lt"/>
                          <a:ea typeface="+mn-ea"/>
                          <a:cs typeface="+mn-cs"/>
                        </a:rPr>
                        <a:t>Mosaic AI Vector Search</a:t>
                      </a:r>
                    </a:p>
                  </a:txBody>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AU" sz="1200" kern="1200" dirty="0" err="1">
                          <a:solidFill>
                            <a:schemeClr val="dk1"/>
                          </a:solidFill>
                          <a:effectLst/>
                          <a:latin typeface="+mn-lt"/>
                          <a:ea typeface="+mn-ea"/>
                          <a:cs typeface="+mn-cs"/>
                        </a:rPr>
                        <a:t>Queryable</a:t>
                      </a:r>
                      <a:r>
                        <a:rPr lang="en-AU" sz="1200" kern="1200" dirty="0">
                          <a:solidFill>
                            <a:schemeClr val="dk1"/>
                          </a:solidFill>
                          <a:effectLst/>
                          <a:latin typeface="+mn-lt"/>
                          <a:ea typeface="+mn-ea"/>
                          <a:cs typeface="+mn-cs"/>
                        </a:rPr>
                        <a:t> vector database that stores embedding vectors and can be configured to automatically sync to our documents</a:t>
                      </a:r>
                    </a:p>
                  </a:txBody>
                  <a:tcPr/>
                </a:tc>
                <a:extLst>
                  <a:ext uri="{0D108BD9-81ED-4DB2-BD59-A6C34878D82A}">
                    <a16:rowId xmlns:a16="http://schemas.microsoft.com/office/drawing/2014/main" val="4094426258"/>
                  </a:ext>
                </a:extLst>
              </a:tr>
              <a:tr h="600749">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effectLst/>
                        </a:rPr>
                        <a:t>Mosaic AI Model Serving</a:t>
                      </a:r>
                      <a:endParaRPr lang="en-US" sz="1200" kern="1200" dirty="0">
                        <a:solidFill>
                          <a:schemeClr val="dk1"/>
                        </a:solidFill>
                        <a:effectLst/>
                        <a:latin typeface="Calibri" panose="020F0502020204030204"/>
                        <a:ea typeface="+mn-ea"/>
                        <a:cs typeface="+mn-cs"/>
                      </a:endParaRPr>
                    </a:p>
                  </a:txBody>
                  <a:tcPr/>
                </a:tc>
                <a:tc>
                  <a:txBody>
                    <a:bodyPr/>
                    <a:lstStyle/>
                    <a:p>
                      <a:r>
                        <a:rPr lang="en-AU" sz="1200" kern="1200" dirty="0">
                          <a:solidFill>
                            <a:schemeClr val="dk1"/>
                          </a:solidFill>
                        </a:rPr>
                        <a:t>Deploying LLMs. We can configure a model serving endpoint specifically for accessing generative AI models. Requires Databricks Serverless for Python</a:t>
                      </a:r>
                      <a:endParaRPr lang="en-AU" sz="1200" kern="1200" dirty="0">
                        <a:solidFill>
                          <a:schemeClr val="dk1"/>
                        </a:solidFill>
                        <a:latin typeface="Calibri" panose="020F0502020204030204"/>
                        <a:ea typeface="+mn-ea"/>
                        <a:cs typeface="+mn-cs"/>
                      </a:endParaRPr>
                    </a:p>
                  </a:txBody>
                  <a:tcPr/>
                </a:tc>
                <a:extLst>
                  <a:ext uri="{0D108BD9-81ED-4DB2-BD59-A6C34878D82A}">
                    <a16:rowId xmlns:a16="http://schemas.microsoft.com/office/drawing/2014/main" val="2313081824"/>
                  </a:ext>
                </a:extLst>
              </a:tr>
              <a:tr h="600749">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effectLst/>
                        </a:rPr>
                        <a:t>Mosaic AI Agent Framework</a:t>
                      </a:r>
                      <a:endParaRPr lang="en-US" sz="1200" kern="1200" dirty="0">
                        <a:solidFill>
                          <a:schemeClr val="dk1"/>
                        </a:solidFill>
                        <a:effectLst/>
                        <a:latin typeface="Calibri" panose="020F0502020204030204"/>
                        <a:ea typeface="+mn-ea"/>
                        <a:cs typeface="+mn-cs"/>
                      </a:endParaRPr>
                    </a:p>
                  </a:txBody>
                  <a:tcPr/>
                </a:tc>
                <a:tc>
                  <a:txBody>
                    <a:bodyPr/>
                    <a:lstStyle/>
                    <a:p>
                      <a:r>
                        <a:rPr lang="en-AU" sz="1200" kern="1200" dirty="0">
                          <a:solidFill>
                            <a:schemeClr val="dk1"/>
                          </a:solidFill>
                        </a:rPr>
                        <a:t>Building and deploying production-quality agents like Retrieval Augmented Generation (RAG) applications</a:t>
                      </a:r>
                      <a:endParaRPr lang="en-AU" sz="1200" kern="1200" dirty="0">
                        <a:solidFill>
                          <a:schemeClr val="dk1"/>
                        </a:solidFill>
                        <a:latin typeface="Calibri" panose="020F0502020204030204"/>
                        <a:ea typeface="+mn-ea"/>
                        <a:cs typeface="+mn-cs"/>
                      </a:endParaRPr>
                    </a:p>
                  </a:txBody>
                  <a:tcPr/>
                </a:tc>
                <a:extLst>
                  <a:ext uri="{0D108BD9-81ED-4DB2-BD59-A6C34878D82A}">
                    <a16:rowId xmlns:a16="http://schemas.microsoft.com/office/drawing/2014/main" val="1378274041"/>
                  </a:ext>
                </a:extLst>
              </a:tr>
              <a:tr h="600749">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200" kern="1200">
                          <a:solidFill>
                            <a:schemeClr val="dk1"/>
                          </a:solidFill>
                          <a:effectLst/>
                        </a:rPr>
                        <a:t>Mosaic AI Agent Evaluation</a:t>
                      </a:r>
                      <a:endParaRPr lang="en-US" sz="1200" kern="1200">
                        <a:solidFill>
                          <a:schemeClr val="dk1"/>
                        </a:solidFill>
                        <a:effectLst/>
                        <a:latin typeface="Calibri" panose="020F0502020204030204"/>
                        <a:ea typeface="+mn-ea"/>
                        <a:cs typeface="+mn-cs"/>
                      </a:endParaRPr>
                    </a:p>
                  </a:txBody>
                  <a:tcPr/>
                </a:tc>
                <a:tc>
                  <a:txBody>
                    <a:bodyPr/>
                    <a:lstStyle/>
                    <a:p>
                      <a:r>
                        <a:rPr lang="en-AU" sz="1200" kern="1200" dirty="0">
                          <a:solidFill>
                            <a:schemeClr val="dk1"/>
                          </a:solidFill>
                        </a:rPr>
                        <a:t>Evaluating the quality, cost, and latency of generative AI applications, including RAG applications and chains</a:t>
                      </a:r>
                      <a:endParaRPr lang="en-AU" sz="1200" kern="1200" dirty="0">
                        <a:solidFill>
                          <a:schemeClr val="dk1"/>
                        </a:solidFill>
                        <a:latin typeface="Calibri" panose="020F0502020204030204"/>
                        <a:ea typeface="+mn-ea"/>
                        <a:cs typeface="+mn-cs"/>
                      </a:endParaRPr>
                    </a:p>
                  </a:txBody>
                  <a:tcPr/>
                </a:tc>
                <a:extLst>
                  <a:ext uri="{0D108BD9-81ED-4DB2-BD59-A6C34878D82A}">
                    <a16:rowId xmlns:a16="http://schemas.microsoft.com/office/drawing/2014/main" val="1213218531"/>
                  </a:ext>
                </a:extLst>
              </a:tr>
              <a:tr h="600749">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effectLst/>
                        </a:rPr>
                        <a:t>Mosaic AI Gateway</a:t>
                      </a:r>
                      <a:endParaRPr lang="en-US" sz="1200" kern="1200" dirty="0">
                        <a:solidFill>
                          <a:schemeClr val="dk1"/>
                        </a:solidFill>
                        <a:effectLst/>
                        <a:latin typeface="Calibri" panose="020F0502020204030204"/>
                        <a:ea typeface="+mn-ea"/>
                        <a:cs typeface="+mn-cs"/>
                      </a:endParaRPr>
                    </a:p>
                  </a:txBody>
                  <a:tcPr/>
                </a:tc>
                <a:tc>
                  <a:txBody>
                    <a:bodyPr/>
                    <a:lstStyle/>
                    <a:p>
                      <a:r>
                        <a:rPr lang="en-AU" sz="1200" kern="1200" dirty="0">
                          <a:solidFill>
                            <a:schemeClr val="dk1"/>
                          </a:solidFill>
                        </a:rPr>
                        <a:t>Governing and monitoring access to supported generative AI models and their associated model serving endpoints</a:t>
                      </a:r>
                      <a:endParaRPr lang="en-AU" sz="1200" kern="1200" dirty="0">
                        <a:solidFill>
                          <a:schemeClr val="dk1"/>
                        </a:solidFill>
                        <a:latin typeface="Calibri" panose="020F0502020204030204"/>
                        <a:ea typeface="+mn-ea"/>
                        <a:cs typeface="+mn-cs"/>
                      </a:endParaRPr>
                    </a:p>
                  </a:txBody>
                  <a:tcPr/>
                </a:tc>
                <a:extLst>
                  <a:ext uri="{0D108BD9-81ED-4DB2-BD59-A6C34878D82A}">
                    <a16:rowId xmlns:a16="http://schemas.microsoft.com/office/drawing/2014/main" val="3074195256"/>
                  </a:ext>
                </a:extLst>
              </a:tr>
              <a:tr h="600749">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effectLst/>
                        </a:rPr>
                        <a:t>AI Playground</a:t>
                      </a:r>
                      <a:endParaRPr lang="en-US" sz="1200" kern="1200" dirty="0">
                        <a:solidFill>
                          <a:schemeClr val="dk1"/>
                        </a:solidFill>
                        <a:effectLst/>
                        <a:latin typeface="Calibri" panose="020F0502020204030204"/>
                        <a:ea typeface="+mn-ea"/>
                        <a:cs typeface="+mn-cs"/>
                      </a:endParaRPr>
                    </a:p>
                  </a:txBody>
                  <a:tcPr/>
                </a:tc>
                <a:tc>
                  <a:txBody>
                    <a:bodyPr/>
                    <a:lstStyle/>
                    <a:p>
                      <a:r>
                        <a:rPr lang="en-AU" sz="1200" kern="1200" dirty="0">
                          <a:solidFill>
                            <a:schemeClr val="dk1"/>
                          </a:solidFill>
                        </a:rPr>
                        <a:t>Testing generative AI models from our Databricks workspace. We can prompt, compare and adjust settings such as system prompt and inference parameters</a:t>
                      </a:r>
                      <a:endParaRPr lang="en-AU" sz="1200" kern="1200" dirty="0">
                        <a:solidFill>
                          <a:schemeClr val="dk1"/>
                        </a:solidFill>
                        <a:latin typeface="Calibri" panose="020F0502020204030204"/>
                        <a:ea typeface="+mn-ea"/>
                        <a:cs typeface="+mn-cs"/>
                      </a:endParaRPr>
                    </a:p>
                  </a:txBody>
                  <a:tcPr/>
                </a:tc>
                <a:extLst>
                  <a:ext uri="{0D108BD9-81ED-4DB2-BD59-A6C34878D82A}">
                    <a16:rowId xmlns:a16="http://schemas.microsoft.com/office/drawing/2014/main" val="1626019153"/>
                  </a:ext>
                </a:extLst>
              </a:tr>
              <a:tr h="600749">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effectLst/>
                        </a:rPr>
                        <a:t>Lakehouse Monitoring</a:t>
                      </a:r>
                      <a:endParaRPr lang="en-US" sz="1200" kern="1200" dirty="0">
                        <a:solidFill>
                          <a:schemeClr val="dk1"/>
                        </a:solidFill>
                        <a:effectLst/>
                        <a:latin typeface="Calibri" panose="020F0502020204030204"/>
                        <a:ea typeface="+mn-ea"/>
                        <a:cs typeface="+mn-cs"/>
                      </a:endParaRPr>
                    </a:p>
                  </a:txBody>
                  <a:tcPr/>
                </a:tc>
                <a:tc>
                  <a:txBody>
                    <a:bodyPr/>
                    <a:lstStyle/>
                    <a:p>
                      <a:r>
                        <a:rPr lang="en-AU" sz="1200" kern="1200" dirty="0">
                          <a:solidFill>
                            <a:schemeClr val="dk1"/>
                          </a:solidFill>
                        </a:rPr>
                        <a:t>Data monitoring and tracking model prediction quality and drift using automatic payload logging with inference tables.</a:t>
                      </a:r>
                      <a:endParaRPr lang="en-AU" sz="1200" kern="1200" dirty="0">
                        <a:solidFill>
                          <a:schemeClr val="dk1"/>
                        </a:solidFill>
                        <a:latin typeface="Calibri" panose="020F0502020204030204"/>
                        <a:ea typeface="+mn-ea"/>
                        <a:cs typeface="+mn-cs"/>
                      </a:endParaRPr>
                    </a:p>
                  </a:txBody>
                  <a:tcPr/>
                </a:tc>
                <a:extLst>
                  <a:ext uri="{0D108BD9-81ED-4DB2-BD59-A6C34878D82A}">
                    <a16:rowId xmlns:a16="http://schemas.microsoft.com/office/drawing/2014/main" val="30526423"/>
                  </a:ext>
                </a:extLst>
              </a:tr>
            </a:tbl>
          </a:graphicData>
        </a:graphic>
      </p:graphicFrame>
      <p:sp>
        <p:nvSpPr>
          <p:cNvPr id="5" name="TextBox 4">
            <a:extLst>
              <a:ext uri="{FF2B5EF4-FFF2-40B4-BE49-F238E27FC236}">
                <a16:creationId xmlns:a16="http://schemas.microsoft.com/office/drawing/2014/main" id="{0D573EF2-FCAD-84B6-A373-8FF5E14B308C}"/>
              </a:ext>
            </a:extLst>
          </p:cNvPr>
          <p:cNvSpPr txBox="1"/>
          <p:nvPr/>
        </p:nvSpPr>
        <p:spPr>
          <a:xfrm>
            <a:off x="616206" y="949744"/>
            <a:ext cx="11133953" cy="276999"/>
          </a:xfrm>
          <a:prstGeom prst="rect">
            <a:avLst/>
          </a:prstGeom>
          <a:noFill/>
        </p:spPr>
        <p:txBody>
          <a:bodyPr wrap="square">
            <a:spAutoFit/>
          </a:bodyPr>
          <a:lstStyle/>
          <a:p>
            <a:r>
              <a:rPr lang="en-AU" sz="1200"/>
              <a:t>The following table lists various tools that Databricks Mosaic AI provides to help build GenAI solutions</a:t>
            </a:r>
          </a:p>
        </p:txBody>
      </p:sp>
    </p:spTree>
    <p:extLst>
      <p:ext uri="{BB962C8B-B14F-4D97-AF65-F5344CB8AC3E}">
        <p14:creationId xmlns:p14="http://schemas.microsoft.com/office/powerpoint/2010/main" val="3098467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F77D6F69-641C-5B64-8F5F-2F075CD5FFE3}"/>
              </a:ext>
            </a:extLst>
          </p:cNvPr>
          <p:cNvSpPr txBox="1">
            <a:spLocks/>
          </p:cNvSpPr>
          <p:nvPr/>
        </p:nvSpPr>
        <p:spPr>
          <a:xfrm>
            <a:off x="624046" y="331390"/>
            <a:ext cx="8655042" cy="642924"/>
          </a:xfrm>
          <a:prstGeom prst="rect">
            <a:avLst/>
          </a:prstGeom>
        </p:spPr>
        <p:txBody>
          <a:bodyPr vert="horz" lIns="121920" tIns="60960" rIns="121920" bIns="60960" rtlCol="0" anchor="t">
            <a:noAutofit/>
          </a:bodyPr>
          <a:lstStyle>
            <a:lvl1pPr algn="l" defTabSz="514350" rtl="0" eaLnBrk="1" latinLnBrk="0" hangingPunct="1">
              <a:lnSpc>
                <a:spcPct val="90000"/>
              </a:lnSpc>
              <a:spcBef>
                <a:spcPct val="0"/>
              </a:spcBef>
              <a:buNone/>
              <a:defRPr sz="2250" b="1" kern="1200">
                <a:solidFill>
                  <a:schemeClr val="tx1"/>
                </a:solidFill>
                <a:latin typeface="+mn-lt"/>
                <a:ea typeface="+mj-ea"/>
                <a:cs typeface="+mj-cs"/>
              </a:defRPr>
            </a:lvl1pPr>
          </a:lstStyle>
          <a:p>
            <a:pPr defTabSz="685783">
              <a:defRPr/>
            </a:pPr>
            <a:r>
              <a:rPr lang="en-AU" sz="2200" b="0" dirty="0">
                <a:latin typeface="+mj-lt"/>
                <a:cs typeface="Arial" panose="020B0604020202020204" pitchFamily="34" charset="0"/>
              </a:rPr>
              <a:t>Gen AI with RAG on Databricks</a:t>
            </a:r>
            <a:endParaRPr lang="en-AU" sz="2000" b="1" i="0" u="none" strike="noStrike" kern="1200" cap="none" spc="0" normalizeH="0" baseline="0" noProof="0" dirty="0">
              <a:ln>
                <a:noFill/>
              </a:ln>
              <a:solidFill>
                <a:srgbClr val="0054A6"/>
              </a:solidFill>
              <a:effectLst/>
              <a:uLnTx/>
              <a:uFillTx/>
              <a:latin typeface="Arial Black" panose="020B0A04020102020204"/>
            </a:endParaRPr>
          </a:p>
        </p:txBody>
      </p:sp>
      <p:sp>
        <p:nvSpPr>
          <p:cNvPr id="2" name="TextBox 1">
            <a:extLst>
              <a:ext uri="{FF2B5EF4-FFF2-40B4-BE49-F238E27FC236}">
                <a16:creationId xmlns:a16="http://schemas.microsoft.com/office/drawing/2014/main" id="{42585CEC-5E60-53C3-D620-6C324F5B30CD}"/>
              </a:ext>
            </a:extLst>
          </p:cNvPr>
          <p:cNvSpPr txBox="1"/>
          <p:nvPr/>
        </p:nvSpPr>
        <p:spPr>
          <a:xfrm>
            <a:off x="8684087" y="1342071"/>
            <a:ext cx="3260035" cy="3901068"/>
          </a:xfrm>
          <a:prstGeom prst="rect">
            <a:avLst/>
          </a:prstGeom>
          <a:noFill/>
        </p:spPr>
        <p:txBody>
          <a:bodyPr wrap="square">
            <a:spAutoFit/>
          </a:bodyPr>
          <a:lstStyle/>
          <a:p>
            <a:pPr marL="285750" indent="-285750">
              <a:buFont typeface="Wingdings" panose="05000000000000000000" pitchFamily="2" charset="2"/>
              <a:buChar char="§"/>
            </a:pPr>
            <a:r>
              <a:rPr lang="en-AU" sz="1350" dirty="0"/>
              <a:t>Tools and capabilities required:</a:t>
            </a:r>
          </a:p>
          <a:p>
            <a:pPr marL="742950" lvl="1" indent="-285750">
              <a:buFont typeface="Arial" panose="020B0604020202020204" pitchFamily="34" charset="0"/>
              <a:buChar char="•"/>
            </a:pPr>
            <a:r>
              <a:rPr lang="en-AU" sz="1200" dirty="0"/>
              <a:t>Databricks Mosaic AI (LLMs, Model Serving, Vector Search Database, AI Gateway)</a:t>
            </a:r>
          </a:p>
          <a:p>
            <a:pPr marL="742950" lvl="1" indent="-285750">
              <a:buFont typeface="Arial" panose="020B0604020202020204" pitchFamily="34" charset="0"/>
              <a:buChar char="•"/>
            </a:pPr>
            <a:r>
              <a:rPr lang="en-AU" sz="1200" dirty="0"/>
              <a:t>Databricks Apps (AI serving platform)</a:t>
            </a:r>
          </a:p>
          <a:p>
            <a:pPr marL="742950" lvl="1" indent="-285750">
              <a:buFont typeface="Arial" panose="020B0604020202020204" pitchFamily="34" charset="0"/>
              <a:buChar char="•"/>
            </a:pPr>
            <a:r>
              <a:rPr lang="en-AU" sz="1200" dirty="0"/>
              <a:t>Databricks Serverless for Python</a:t>
            </a:r>
          </a:p>
          <a:p>
            <a:pPr marL="285750" indent="-285750">
              <a:buFont typeface="Wingdings" panose="05000000000000000000" pitchFamily="2" charset="2"/>
              <a:buChar char="§"/>
            </a:pPr>
            <a:endParaRPr lang="en-AU" sz="1350" dirty="0"/>
          </a:p>
          <a:p>
            <a:pPr marL="285750" indent="-285750">
              <a:buFont typeface="Wingdings" panose="05000000000000000000" pitchFamily="2" charset="2"/>
              <a:buChar char="§"/>
            </a:pPr>
            <a:r>
              <a:rPr lang="en-AU" sz="1350" dirty="0"/>
              <a:t>Vector Database is in Databricks Tenancy</a:t>
            </a:r>
          </a:p>
          <a:p>
            <a:pPr marL="342900" indent="-342900">
              <a:buFont typeface="Wingdings" panose="05000000000000000000" pitchFamily="2" charset="2"/>
              <a:buChar char="§"/>
            </a:pPr>
            <a:endParaRPr lang="en-AU" sz="1350" dirty="0"/>
          </a:p>
          <a:p>
            <a:pPr marL="285750" indent="-285750">
              <a:buFont typeface="Wingdings" panose="05000000000000000000" pitchFamily="2" charset="2"/>
              <a:buChar char="§"/>
            </a:pPr>
            <a:r>
              <a:rPr lang="en-AU" sz="1350" dirty="0"/>
              <a:t>Every customer request to Mosaic AI Vector Search is logically isolated, authenticated, and authorized.</a:t>
            </a:r>
          </a:p>
          <a:p>
            <a:pPr marL="285750" indent="-285750">
              <a:buFont typeface="Wingdings" panose="05000000000000000000" pitchFamily="2" charset="2"/>
              <a:buChar char="§"/>
            </a:pPr>
            <a:endParaRPr lang="en-AU" sz="1350" dirty="0"/>
          </a:p>
          <a:p>
            <a:pPr marL="285750" indent="-285750">
              <a:buFont typeface="Wingdings" panose="05000000000000000000" pitchFamily="2" charset="2"/>
              <a:buChar char="§"/>
            </a:pPr>
            <a:r>
              <a:rPr lang="en-AU" sz="1350" dirty="0"/>
              <a:t>Mosaic AI Vector Search encrypts all data at rest (AES-256) and in transit (TLS 1.2+).</a:t>
            </a:r>
          </a:p>
        </p:txBody>
      </p:sp>
      <p:pic>
        <p:nvPicPr>
          <p:cNvPr id="4" name="Content Placeholder 8" descr="A diagram of a company&#10;&#10;AI-generated content may be incorrect.">
            <a:extLst>
              <a:ext uri="{FF2B5EF4-FFF2-40B4-BE49-F238E27FC236}">
                <a16:creationId xmlns:a16="http://schemas.microsoft.com/office/drawing/2014/main" id="{D33BE26D-594E-20F6-039B-F976A086D4CE}"/>
              </a:ext>
            </a:extLst>
          </p:cNvPr>
          <p:cNvPicPr>
            <a:picLocks noGrp="1" noChangeAspect="1"/>
          </p:cNvPicPr>
          <p:nvPr>
            <p:ph idx="1"/>
          </p:nvPr>
        </p:nvPicPr>
        <p:blipFill>
          <a:blip r:embed="rId2"/>
          <a:stretch>
            <a:fillRect/>
          </a:stretch>
        </p:blipFill>
        <p:spPr>
          <a:xfrm>
            <a:off x="419900" y="674239"/>
            <a:ext cx="8264187" cy="6115499"/>
          </a:xfrm>
          <a:noFill/>
        </p:spPr>
      </p:pic>
    </p:spTree>
    <p:extLst>
      <p:ext uri="{BB962C8B-B14F-4D97-AF65-F5344CB8AC3E}">
        <p14:creationId xmlns:p14="http://schemas.microsoft.com/office/powerpoint/2010/main" val="617902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F77D6F69-641C-5B64-8F5F-2F075CD5FFE3}"/>
              </a:ext>
            </a:extLst>
          </p:cNvPr>
          <p:cNvSpPr txBox="1">
            <a:spLocks/>
          </p:cNvSpPr>
          <p:nvPr/>
        </p:nvSpPr>
        <p:spPr>
          <a:xfrm>
            <a:off x="647494" y="237600"/>
            <a:ext cx="8655042" cy="642924"/>
          </a:xfrm>
          <a:prstGeom prst="rect">
            <a:avLst/>
          </a:prstGeom>
        </p:spPr>
        <p:txBody>
          <a:bodyPr vert="horz" lIns="121920" tIns="60960" rIns="121920" bIns="60960" rtlCol="0" anchor="t">
            <a:noAutofit/>
          </a:bodyPr>
          <a:lstStyle>
            <a:lvl1pPr algn="l" defTabSz="514350" rtl="0" eaLnBrk="1" latinLnBrk="0" hangingPunct="1">
              <a:lnSpc>
                <a:spcPct val="90000"/>
              </a:lnSpc>
              <a:spcBef>
                <a:spcPct val="0"/>
              </a:spcBef>
              <a:buNone/>
              <a:defRPr sz="2250" b="1" kern="1200">
                <a:solidFill>
                  <a:schemeClr val="tx1"/>
                </a:solidFill>
                <a:latin typeface="+mn-lt"/>
                <a:ea typeface="+mj-ea"/>
                <a:cs typeface="+mj-cs"/>
              </a:defRPr>
            </a:lvl1pPr>
          </a:lstStyle>
          <a:p>
            <a:pPr defTabSz="685783">
              <a:defRPr/>
            </a:pPr>
            <a:r>
              <a:rPr lang="en-AU" sz="2200" b="0">
                <a:latin typeface="+mj-lt"/>
                <a:cs typeface="Arial" panose="020B0604020202020204" pitchFamily="34" charset="0"/>
              </a:rPr>
              <a:t>Gen AI with RAG on Databricks – Logical Architecture</a:t>
            </a:r>
            <a:endParaRPr lang="en-AU" sz="2000" b="1" i="0" u="none" strike="noStrike" kern="1200" cap="none" spc="0" normalizeH="0" baseline="0" noProof="0">
              <a:ln>
                <a:noFill/>
              </a:ln>
              <a:solidFill>
                <a:srgbClr val="0054A6"/>
              </a:solidFill>
              <a:effectLst/>
              <a:uLnTx/>
              <a:uFillTx/>
              <a:latin typeface="Arial Black" panose="020B0A04020102020204"/>
            </a:endParaRPr>
          </a:p>
        </p:txBody>
      </p:sp>
      <p:pic>
        <p:nvPicPr>
          <p:cNvPr id="3" name="Picture 2">
            <a:extLst>
              <a:ext uri="{FF2B5EF4-FFF2-40B4-BE49-F238E27FC236}">
                <a16:creationId xmlns:a16="http://schemas.microsoft.com/office/drawing/2014/main" id="{FB898D3D-1F81-196A-0919-CBA5BA9472BB}"/>
              </a:ext>
            </a:extLst>
          </p:cNvPr>
          <p:cNvPicPr>
            <a:picLocks noChangeAspect="1"/>
          </p:cNvPicPr>
          <p:nvPr/>
        </p:nvPicPr>
        <p:blipFill>
          <a:blip r:embed="rId2"/>
          <a:stretch>
            <a:fillRect/>
          </a:stretch>
        </p:blipFill>
        <p:spPr>
          <a:xfrm>
            <a:off x="1343234" y="606311"/>
            <a:ext cx="8655042" cy="6251689"/>
          </a:xfrm>
          <a:prstGeom prst="rect">
            <a:avLst/>
          </a:prstGeom>
        </p:spPr>
      </p:pic>
    </p:spTree>
    <p:extLst>
      <p:ext uri="{BB962C8B-B14F-4D97-AF65-F5344CB8AC3E}">
        <p14:creationId xmlns:p14="http://schemas.microsoft.com/office/powerpoint/2010/main" val="257499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22069" y="376961"/>
            <a:ext cx="10515600" cy="602801"/>
          </a:xfrm>
        </p:spPr>
        <p:txBody>
          <a:bodyPr>
            <a:normAutofit/>
          </a:bodyPr>
          <a:lstStyle/>
          <a:p>
            <a:r>
              <a:rPr lang="en-AU" sz="2400"/>
              <a:t>Model Governance</a:t>
            </a:r>
          </a:p>
        </p:txBody>
      </p:sp>
      <p:sp>
        <p:nvSpPr>
          <p:cNvPr id="3" name="Content Placeholder 2">
            <a:extLst>
              <a:ext uri="{FF2B5EF4-FFF2-40B4-BE49-F238E27FC236}">
                <a16:creationId xmlns:a16="http://schemas.microsoft.com/office/drawing/2014/main" id="{B1804666-B831-4880-81FB-E6BFF124660C}"/>
              </a:ext>
            </a:extLst>
          </p:cNvPr>
          <p:cNvSpPr>
            <a:spLocks noGrp="1"/>
          </p:cNvSpPr>
          <p:nvPr>
            <p:ph idx="1"/>
          </p:nvPr>
        </p:nvSpPr>
        <p:spPr>
          <a:xfrm>
            <a:off x="668965" y="1043780"/>
            <a:ext cx="10035283" cy="4351339"/>
          </a:xfrm>
        </p:spPr>
        <p:txBody>
          <a:bodyPr vert="horz" lIns="91440" tIns="45720" rIns="91440" bIns="45720" rtlCol="0" anchor="t">
            <a:normAutofit/>
          </a:bodyPr>
          <a:lstStyle/>
          <a:p>
            <a:pPr marL="285750" indent="-285750">
              <a:lnSpc>
                <a:spcPct val="150000"/>
              </a:lnSpc>
              <a:buFont typeface="Arial" panose="020B0604020202020204" pitchFamily="34" charset="0"/>
              <a:buChar char="•"/>
            </a:pPr>
            <a:r>
              <a:rPr lang="en-AU" sz="1600" b="1" dirty="0"/>
              <a:t>Mosaic AI Gateway</a:t>
            </a:r>
            <a:r>
              <a:rPr lang="en-AU" sz="1600" dirty="0"/>
              <a:t> to be configured to streamline the usage and management of generative AI models and agents. It is a centralized service that brings governance, monitoring, and production readiness to model serving endpoints. It also allows us to run, secure, and govern AI traffic</a:t>
            </a:r>
          </a:p>
          <a:p>
            <a:pPr marL="285750" indent="-285750">
              <a:lnSpc>
                <a:spcPct val="150000"/>
              </a:lnSpc>
              <a:buFont typeface="Arial" panose="020B0604020202020204" pitchFamily="34" charset="0"/>
              <a:buChar char="•"/>
            </a:pPr>
            <a:r>
              <a:rPr lang="en-US" sz="1600" dirty="0"/>
              <a:t>All data is logged into </a:t>
            </a:r>
            <a:r>
              <a:rPr lang="en-US" sz="1600" b="1" dirty="0"/>
              <a:t>Delta tables in Unity Catalog</a:t>
            </a:r>
            <a:endParaRPr lang="en-AU" sz="1600" b="1" dirty="0"/>
          </a:p>
          <a:p>
            <a:pPr marL="285750" indent="-285750">
              <a:lnSpc>
                <a:spcPct val="150000"/>
              </a:lnSpc>
              <a:buFont typeface="Arial" panose="020B0604020202020204" pitchFamily="34" charset="0"/>
              <a:buChar char="•"/>
            </a:pPr>
            <a:r>
              <a:rPr lang="en-US" sz="1600" dirty="0"/>
              <a:t>The </a:t>
            </a:r>
            <a:r>
              <a:rPr lang="en-US" sz="1600" b="1" dirty="0"/>
              <a:t>AI Gateway dashboard </a:t>
            </a:r>
            <a:r>
              <a:rPr lang="en-US" sz="1600" dirty="0"/>
              <a:t>leverages the data from the usage tracking and payload logging inference tables</a:t>
            </a:r>
          </a:p>
          <a:p>
            <a:pPr marL="285750" indent="-285750">
              <a:lnSpc>
                <a:spcPct val="150000"/>
              </a:lnSpc>
              <a:buFont typeface="Arial" panose="020B0604020202020204" pitchFamily="34" charset="0"/>
              <a:buChar char="•"/>
            </a:pPr>
            <a:r>
              <a:rPr lang="en-US" sz="1600" b="1" dirty="0"/>
              <a:t>AI Guardrails</a:t>
            </a:r>
            <a:r>
              <a:rPr lang="en-US" sz="1600" dirty="0"/>
              <a:t>, a feature of AI Gateway</a:t>
            </a:r>
            <a:r>
              <a:rPr lang="en-US" sz="1600" b="1" dirty="0"/>
              <a:t> </a:t>
            </a:r>
            <a:r>
              <a:rPr lang="en-US" sz="1600" dirty="0"/>
              <a:t>allows users to configure and enforce data compliance at the model serving endpoint level and to reduce harmful content on any requests sent to the underlying model. Bad requests and responses are blocked, and a default message is returned to the user.</a:t>
            </a:r>
          </a:p>
          <a:p>
            <a:pPr marL="285750" indent="-285750">
              <a:buFont typeface="Arial" panose="020B0604020202020204" pitchFamily="34" charset="0"/>
              <a:buChar char="•"/>
            </a:pPr>
            <a:endParaRPr lang="en-AU" sz="1800" dirty="0"/>
          </a:p>
        </p:txBody>
      </p:sp>
    </p:spTree>
    <p:extLst>
      <p:ext uri="{BB962C8B-B14F-4D97-AF65-F5344CB8AC3E}">
        <p14:creationId xmlns:p14="http://schemas.microsoft.com/office/powerpoint/2010/main" val="3701311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16207" y="382826"/>
            <a:ext cx="10515600" cy="602801"/>
          </a:xfrm>
        </p:spPr>
        <p:txBody>
          <a:bodyPr>
            <a:normAutofit/>
          </a:bodyPr>
          <a:lstStyle/>
          <a:p>
            <a:pPr defTabSz="685783">
              <a:defRPr/>
            </a:pPr>
            <a:r>
              <a:rPr lang="en-AU" sz="2400" b="0" dirty="0">
                <a:solidFill>
                  <a:srgbClr val="0054A6"/>
                </a:solidFill>
                <a:cs typeface="Arial" panose="020B0604020202020204" pitchFamily="34" charset="0"/>
              </a:rPr>
              <a:t>AI Guardrails using Databricks AI Gateway 1/2</a:t>
            </a:r>
            <a:endParaRPr lang="en-AU" sz="2400" b="0" dirty="0">
              <a:solidFill>
                <a:srgbClr val="0054A6"/>
              </a:solidFill>
              <a:ea typeface="+mn-lt"/>
              <a:cs typeface="Arial" panose="020B0604020202020204" pitchFamily="34" charset="0"/>
            </a:endParaRPr>
          </a:p>
        </p:txBody>
      </p:sp>
      <p:graphicFrame>
        <p:nvGraphicFramePr>
          <p:cNvPr id="4" name="Table 3">
            <a:extLst>
              <a:ext uri="{FF2B5EF4-FFF2-40B4-BE49-F238E27FC236}">
                <a16:creationId xmlns:a16="http://schemas.microsoft.com/office/drawing/2014/main" id="{FDA86D28-9B38-1FD2-027D-8552DA0C1D1C}"/>
              </a:ext>
            </a:extLst>
          </p:cNvPr>
          <p:cNvGraphicFramePr>
            <a:graphicFrameLocks noGrp="1"/>
          </p:cNvGraphicFramePr>
          <p:nvPr>
            <p:extLst>
              <p:ext uri="{D42A27DB-BD31-4B8C-83A1-F6EECF244321}">
                <p14:modId xmlns:p14="http://schemas.microsoft.com/office/powerpoint/2010/main" val="3898852510"/>
              </p:ext>
            </p:extLst>
          </p:nvPr>
        </p:nvGraphicFramePr>
        <p:xfrm>
          <a:off x="667363" y="1877416"/>
          <a:ext cx="9614194" cy="3603752"/>
        </p:xfrm>
        <a:graphic>
          <a:graphicData uri="http://schemas.openxmlformats.org/drawingml/2006/table">
            <a:tbl>
              <a:tblPr firstRow="1" bandRow="1">
                <a:tableStyleId>{073A0DAA-6AF3-43AB-8588-CEC1D06C72B9}</a:tableStyleId>
              </a:tblPr>
              <a:tblGrid>
                <a:gridCol w="2872177">
                  <a:extLst>
                    <a:ext uri="{9D8B030D-6E8A-4147-A177-3AD203B41FA5}">
                      <a16:colId xmlns:a16="http://schemas.microsoft.com/office/drawing/2014/main" val="3127004748"/>
                    </a:ext>
                  </a:extLst>
                </a:gridCol>
                <a:gridCol w="6742017">
                  <a:extLst>
                    <a:ext uri="{9D8B030D-6E8A-4147-A177-3AD203B41FA5}">
                      <a16:colId xmlns:a16="http://schemas.microsoft.com/office/drawing/2014/main" val="3052361573"/>
                    </a:ext>
                  </a:extLst>
                </a:gridCol>
              </a:tblGrid>
              <a:tr h="475556">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r>
                        <a:rPr lang="en-AU" sz="1350"/>
                        <a:t>Feature</a:t>
                      </a:r>
                      <a:endParaRPr lang="en-AU" sz="1350">
                        <a:latin typeface="Calibri" panose="020F0502020204030204" pitchFamily="34" charset="0"/>
                        <a:cs typeface="Calibri" panose="020F0502020204030204" pitchFamily="34" charset="0"/>
                      </a:endParaRPr>
                    </a:p>
                  </a:txBody>
                  <a:tcPr>
                    <a:solidFill>
                      <a:srgbClr val="5B9BD5"/>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r>
                        <a:rPr lang="en-AU" sz="1350" dirty="0"/>
                        <a:t>Definition</a:t>
                      </a:r>
                      <a:endParaRPr lang="en-AU" sz="1350" dirty="0">
                        <a:latin typeface="Calibri" panose="020F0502020204030204" pitchFamily="34" charset="0"/>
                        <a:cs typeface="Calibri" panose="020F0502020204030204" pitchFamily="34" charset="0"/>
                      </a:endParaRPr>
                    </a:p>
                  </a:txBody>
                  <a:tcPr>
                    <a:solidFill>
                      <a:srgbClr val="5B9BD5"/>
                    </a:solidFill>
                  </a:tcPr>
                </a:tc>
                <a:extLst>
                  <a:ext uri="{0D108BD9-81ED-4DB2-BD59-A6C34878D82A}">
                    <a16:rowId xmlns:a16="http://schemas.microsoft.com/office/drawing/2014/main" val="1537954593"/>
                  </a:ext>
                </a:extLst>
              </a:tr>
              <a:tr h="604884">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a:t>Permission and rate limiting</a:t>
                      </a:r>
                      <a:endParaRPr lang="en-AU" sz="1350">
                        <a:latin typeface="Calibri" panose="020F0502020204030204" pitchFamily="34" charset="0"/>
                        <a:cs typeface="Calibri" panose="020F0502020204030204" pitchFamily="34" charset="0"/>
                      </a:endParaRPr>
                    </a:p>
                  </a:txBody>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kern="1200">
                          <a:solidFill>
                            <a:schemeClr val="dk1"/>
                          </a:solidFill>
                        </a:rPr>
                        <a:t>Control who has access and how much access</a:t>
                      </a:r>
                      <a:endParaRPr lang="en-AU" sz="1350" kern="1200">
                        <a:solidFill>
                          <a:schemeClr val="dk1"/>
                        </a:solidFill>
                        <a:latin typeface="Calibri" panose="020F0502020204030204" pitchFamily="34" charset="0"/>
                        <a:ea typeface="+mn-ea"/>
                        <a:cs typeface="Calibri" panose="020F0502020204030204" pitchFamily="34" charset="0"/>
                      </a:endParaRPr>
                    </a:p>
                  </a:txBody>
                  <a:tcPr/>
                </a:tc>
                <a:extLst>
                  <a:ext uri="{0D108BD9-81ED-4DB2-BD59-A6C34878D82A}">
                    <a16:rowId xmlns:a16="http://schemas.microsoft.com/office/drawing/2014/main" val="3480272227"/>
                  </a:ext>
                </a:extLst>
              </a:tr>
              <a:tr h="604884">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a:t>Payload logging</a:t>
                      </a:r>
                      <a:endParaRPr lang="en-AU" sz="1350">
                        <a:latin typeface="Calibri" panose="020F0502020204030204" pitchFamily="34" charset="0"/>
                        <a:cs typeface="Calibri" panose="020F0502020204030204" pitchFamily="34" charset="0"/>
                      </a:endParaRPr>
                    </a:p>
                  </a:txBody>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a:t>Monitor and audit data being sent to model APIs using inference tables</a:t>
                      </a:r>
                      <a:endParaRPr lang="en-AU" sz="135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92370423"/>
                  </a:ext>
                </a:extLst>
              </a:tr>
              <a:tr h="604884">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dirty="0"/>
                        <a:t>Usage tracking</a:t>
                      </a:r>
                      <a:endParaRPr lang="en-AU" sz="1350" dirty="0">
                        <a:latin typeface="Calibri" panose="020F0502020204030204" pitchFamily="34" charset="0"/>
                        <a:cs typeface="Calibri" panose="020F0502020204030204" pitchFamily="34" charset="0"/>
                      </a:endParaRPr>
                    </a:p>
                  </a:txBody>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a:t>Monitor operational usage on endpoints and associated costs using system tables</a:t>
                      </a:r>
                      <a:endParaRPr lang="en-AU" sz="135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094426258"/>
                  </a:ext>
                </a:extLst>
              </a:tr>
              <a:tr h="604884">
                <a:tc>
                  <a:txBody>
                    <a:bodyPr/>
                    <a:lstStyle/>
                    <a:p>
                      <a:r>
                        <a:rPr lang="en-AU" sz="1350"/>
                        <a:t>AI Guardrails</a:t>
                      </a:r>
                      <a:endParaRPr lang="en-AU" sz="1350">
                        <a:latin typeface="Calibri" panose="020F0502020204030204" pitchFamily="34" charset="0"/>
                        <a:cs typeface="Calibri" panose="020F0502020204030204" pitchFamily="34" charset="0"/>
                      </a:endParaRPr>
                    </a:p>
                  </a:txBody>
                  <a:tcPr/>
                </a:tc>
                <a:tc>
                  <a:txBody>
                    <a:bodyPr/>
                    <a:lstStyle/>
                    <a:p>
                      <a:r>
                        <a:rPr lang="en-AU" sz="1350" dirty="0"/>
                        <a:t>Prevent unwanted data and unsafe data in requests and responses. This feature is currently in public preview. As a workaround we will incorporate a hosted Llama model in the lang chain to carry out PII filtering.</a:t>
                      </a:r>
                      <a:endParaRPr lang="en-AU" sz="135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3822063"/>
                  </a:ext>
                </a:extLst>
              </a:tr>
              <a:tr h="604884">
                <a:tc>
                  <a:txBody>
                    <a:bodyPr/>
                    <a:lstStyle/>
                    <a:p>
                      <a:pPr marL="0" algn="l" defTabSz="685783" rtl="0" eaLnBrk="1" latinLnBrk="0" hangingPunct="1"/>
                      <a:r>
                        <a:rPr lang="en-AU" sz="1350" kern="1200">
                          <a:solidFill>
                            <a:schemeClr val="tx1"/>
                          </a:solidFill>
                        </a:rPr>
                        <a:t>Traffic splitting</a:t>
                      </a:r>
                      <a:endParaRPr lang="en-AU" sz="1350" kern="1200">
                        <a:solidFill>
                          <a:schemeClr val="tx1"/>
                        </a:solidFill>
                        <a:latin typeface="Calibri" panose="020F0502020204030204" pitchFamily="34" charset="0"/>
                        <a:ea typeface="+mn-ea"/>
                        <a:cs typeface="Calibri" panose="020F0502020204030204" pitchFamily="34" charset="0"/>
                      </a:endParaRPr>
                    </a:p>
                  </a:txBody>
                  <a:tcPr/>
                </a:tc>
                <a:tc>
                  <a:txBody>
                    <a:bodyPr/>
                    <a:lstStyle/>
                    <a:p>
                      <a:r>
                        <a:rPr lang="en-AU" sz="1350" dirty="0"/>
                        <a:t>Load balance traffic across models</a:t>
                      </a:r>
                      <a:endParaRPr lang="en-AU" sz="135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237972812"/>
                  </a:ext>
                </a:extLst>
              </a:tr>
            </a:tbl>
          </a:graphicData>
        </a:graphic>
      </p:graphicFrame>
      <p:sp>
        <p:nvSpPr>
          <p:cNvPr id="5" name="TextBox 4">
            <a:extLst>
              <a:ext uri="{FF2B5EF4-FFF2-40B4-BE49-F238E27FC236}">
                <a16:creationId xmlns:a16="http://schemas.microsoft.com/office/drawing/2014/main" id="{BB823233-F9FE-7D71-D697-0875812CE15C}"/>
              </a:ext>
            </a:extLst>
          </p:cNvPr>
          <p:cNvSpPr txBox="1"/>
          <p:nvPr/>
        </p:nvSpPr>
        <p:spPr>
          <a:xfrm>
            <a:off x="648587" y="1205051"/>
            <a:ext cx="8689378" cy="523220"/>
          </a:xfrm>
          <a:prstGeom prst="rect">
            <a:avLst/>
          </a:prstGeom>
          <a:noFill/>
        </p:spPr>
        <p:txBody>
          <a:bodyPr wrap="square">
            <a:spAutoFit/>
          </a:bodyPr>
          <a:lstStyle/>
          <a:p>
            <a:r>
              <a:rPr lang="en-US" sz="1400" b="0" i="0" dirty="0">
                <a:solidFill>
                  <a:srgbClr val="1B3139"/>
                </a:solidFill>
                <a:effectLst/>
                <a:cs typeface="Arial" panose="020B0604020202020204" pitchFamily="34" charset="0"/>
              </a:rPr>
              <a:t>The following table defines the available AI Gateway features that are supported by Foundation Model APIs provisioned throughput endpoints</a:t>
            </a:r>
            <a:endParaRPr lang="en-AU" sz="1400" dirty="0">
              <a:cs typeface="Arial" panose="020B0604020202020204" pitchFamily="34" charset="0"/>
            </a:endParaRPr>
          </a:p>
        </p:txBody>
      </p:sp>
    </p:spTree>
    <p:extLst>
      <p:ext uri="{BB962C8B-B14F-4D97-AF65-F5344CB8AC3E}">
        <p14:creationId xmlns:p14="http://schemas.microsoft.com/office/powerpoint/2010/main" val="891633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16207" y="382826"/>
            <a:ext cx="10515600" cy="602801"/>
          </a:xfrm>
        </p:spPr>
        <p:txBody>
          <a:bodyPr>
            <a:normAutofit/>
          </a:bodyPr>
          <a:lstStyle/>
          <a:p>
            <a:pPr defTabSz="685783">
              <a:defRPr/>
            </a:pPr>
            <a:r>
              <a:rPr lang="en-AU" sz="2400" b="0" dirty="0">
                <a:solidFill>
                  <a:srgbClr val="0054A6"/>
                </a:solidFill>
                <a:cs typeface="Arial" panose="020B0604020202020204" pitchFamily="34" charset="0"/>
              </a:rPr>
              <a:t>AI Guardrails using Databricks AI Gateway 2/2</a:t>
            </a:r>
            <a:endParaRPr lang="en-AU" sz="2400" b="0" dirty="0">
              <a:solidFill>
                <a:srgbClr val="0054A6"/>
              </a:solidFill>
              <a:ea typeface="+mn-lt"/>
              <a:cs typeface="Arial" panose="020B0604020202020204" pitchFamily="34" charset="0"/>
            </a:endParaRPr>
          </a:p>
        </p:txBody>
      </p:sp>
      <p:graphicFrame>
        <p:nvGraphicFramePr>
          <p:cNvPr id="4" name="Table 3">
            <a:extLst>
              <a:ext uri="{FF2B5EF4-FFF2-40B4-BE49-F238E27FC236}">
                <a16:creationId xmlns:a16="http://schemas.microsoft.com/office/drawing/2014/main" id="{FDA86D28-9B38-1FD2-027D-8552DA0C1D1C}"/>
              </a:ext>
            </a:extLst>
          </p:cNvPr>
          <p:cNvGraphicFramePr>
            <a:graphicFrameLocks noGrp="1"/>
          </p:cNvGraphicFramePr>
          <p:nvPr>
            <p:extLst>
              <p:ext uri="{D42A27DB-BD31-4B8C-83A1-F6EECF244321}">
                <p14:modId xmlns:p14="http://schemas.microsoft.com/office/powerpoint/2010/main" val="795839800"/>
              </p:ext>
            </p:extLst>
          </p:nvPr>
        </p:nvGraphicFramePr>
        <p:xfrm>
          <a:off x="639655" y="1260889"/>
          <a:ext cx="10891058" cy="4297992"/>
        </p:xfrm>
        <a:graphic>
          <a:graphicData uri="http://schemas.openxmlformats.org/drawingml/2006/table">
            <a:tbl>
              <a:tblPr firstRow="1" bandRow="1">
                <a:tableStyleId>{073A0DAA-6AF3-43AB-8588-CEC1D06C72B9}</a:tableStyleId>
              </a:tblPr>
              <a:tblGrid>
                <a:gridCol w="3154016">
                  <a:extLst>
                    <a:ext uri="{9D8B030D-6E8A-4147-A177-3AD203B41FA5}">
                      <a16:colId xmlns:a16="http://schemas.microsoft.com/office/drawing/2014/main" val="3127004748"/>
                    </a:ext>
                  </a:extLst>
                </a:gridCol>
                <a:gridCol w="7737042">
                  <a:extLst>
                    <a:ext uri="{9D8B030D-6E8A-4147-A177-3AD203B41FA5}">
                      <a16:colId xmlns:a16="http://schemas.microsoft.com/office/drawing/2014/main" val="3052361573"/>
                    </a:ext>
                  </a:extLst>
                </a:gridCol>
              </a:tblGrid>
              <a:tr h="658772">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r>
                        <a:rPr lang="en-AU" sz="1350"/>
                        <a:t>Guardrail</a:t>
                      </a:r>
                      <a:endParaRPr lang="en-AU" sz="1350">
                        <a:latin typeface="Calibri" panose="020F0502020204030204" pitchFamily="34" charset="0"/>
                        <a:cs typeface="Calibri" panose="020F0502020204030204" pitchFamily="34" charset="0"/>
                      </a:endParaRPr>
                    </a:p>
                  </a:txBody>
                  <a:tcPr>
                    <a:solidFill>
                      <a:srgbClr val="5B9BD5"/>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r>
                        <a:rPr lang="en-AU" sz="1350"/>
                        <a:t>Definition</a:t>
                      </a:r>
                      <a:endParaRPr lang="en-AU" sz="1350">
                        <a:latin typeface="Calibri" panose="020F0502020204030204" pitchFamily="34" charset="0"/>
                        <a:cs typeface="Calibri" panose="020F0502020204030204" pitchFamily="34" charset="0"/>
                      </a:endParaRPr>
                    </a:p>
                  </a:txBody>
                  <a:tcPr>
                    <a:solidFill>
                      <a:srgbClr val="5B9BD5"/>
                    </a:solidFill>
                  </a:tcPr>
                </a:tc>
                <a:extLst>
                  <a:ext uri="{0D108BD9-81ED-4DB2-BD59-A6C34878D82A}">
                    <a16:rowId xmlns:a16="http://schemas.microsoft.com/office/drawing/2014/main" val="1537954593"/>
                  </a:ext>
                </a:extLst>
              </a:tr>
              <a:tr h="981684">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dirty="0"/>
                        <a:t>Safety filtering</a:t>
                      </a:r>
                      <a:endParaRPr lang="en-AU" sz="1350" dirty="0">
                        <a:latin typeface="Calibri" panose="020F0502020204030204" pitchFamily="34" charset="0"/>
                        <a:cs typeface="Calibri" panose="020F0502020204030204" pitchFamily="34" charset="0"/>
                      </a:endParaRPr>
                    </a:p>
                  </a:txBody>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kern="1200" dirty="0">
                          <a:solidFill>
                            <a:schemeClr val="dk1"/>
                          </a:solidFill>
                        </a:rPr>
                        <a:t>Safety filtering prevents the model from interacting with unsafe and harmful content, like violent crime, self-harm, and hate speech.</a:t>
                      </a:r>
                    </a:p>
                    <a:p>
                      <a:r>
                        <a:rPr lang="en-AU" sz="1350" kern="1200" dirty="0">
                          <a:solidFill>
                            <a:schemeClr val="dk1"/>
                          </a:solidFill>
                        </a:rPr>
                        <a:t>AI Gateway safety filter is built with Meta Llama 3. Databricks uses Llama Guard 2-8b as the safety filter.</a:t>
                      </a:r>
                      <a:endParaRPr lang="en-AU" sz="1350" kern="1200" dirty="0">
                        <a:solidFill>
                          <a:schemeClr val="dk1"/>
                        </a:solidFill>
                        <a:latin typeface="Calibri" panose="020F0502020204030204" pitchFamily="34" charset="0"/>
                        <a:ea typeface="+mn-ea"/>
                        <a:cs typeface="Calibri" panose="020F0502020204030204" pitchFamily="34" charset="0"/>
                      </a:endParaRPr>
                    </a:p>
                  </a:txBody>
                  <a:tcPr/>
                </a:tc>
                <a:extLst>
                  <a:ext uri="{0D108BD9-81ED-4DB2-BD59-A6C34878D82A}">
                    <a16:rowId xmlns:a16="http://schemas.microsoft.com/office/drawing/2014/main" val="3480272227"/>
                  </a:ext>
                </a:extLst>
              </a:tr>
              <a:tr h="981684">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a:t>Personally identifiable information (PII) detection</a:t>
                      </a:r>
                      <a:endParaRPr lang="en-AU" sz="1350">
                        <a:latin typeface="Calibri" panose="020F0502020204030204" pitchFamily="34" charset="0"/>
                        <a:cs typeface="Calibri" panose="020F0502020204030204" pitchFamily="34" charset="0"/>
                      </a:endParaRPr>
                    </a:p>
                  </a:txBody>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dirty="0"/>
                        <a:t>Customers can detect any sensitive information such as names, addresses, credit card numbers and block those requests</a:t>
                      </a:r>
                    </a:p>
                    <a:p>
                      <a:r>
                        <a:rPr lang="en-AU" sz="1350" dirty="0"/>
                        <a:t>The PII classifier can help identify sensitive information or PII in structured and unstructured data.</a:t>
                      </a:r>
                      <a:endParaRPr lang="en-AU" sz="135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92370423"/>
                  </a:ext>
                </a:extLst>
              </a:tr>
              <a:tr h="837926">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a:latin typeface="Calibri" panose="020F0502020204030204" pitchFamily="34" charset="0"/>
                          <a:cs typeface="Calibri" panose="020F0502020204030204" pitchFamily="34" charset="0"/>
                        </a:rPr>
                        <a:t>Topic moderation</a:t>
                      </a:r>
                    </a:p>
                  </a:txBody>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r>
                        <a:rPr lang="en-AU" sz="1350" dirty="0">
                          <a:latin typeface="Calibri" panose="020F0502020204030204" pitchFamily="34" charset="0"/>
                          <a:cs typeface="Calibri" panose="020F0502020204030204" pitchFamily="34" charset="0"/>
                        </a:rPr>
                        <a:t>Capability to list a set of allowed topics. Keeps the application focused on its scope by avoiding responses to unrelated or risky topics, minimizing liability. </a:t>
                      </a:r>
                    </a:p>
                  </a:txBody>
                  <a:tcPr/>
                </a:tc>
                <a:extLst>
                  <a:ext uri="{0D108BD9-81ED-4DB2-BD59-A6C34878D82A}">
                    <a16:rowId xmlns:a16="http://schemas.microsoft.com/office/drawing/2014/main" val="4094426258"/>
                  </a:ext>
                </a:extLst>
              </a:tr>
              <a:tr h="837926">
                <a:tc>
                  <a:txBody>
                    <a:bodyPr/>
                    <a:lstStyle/>
                    <a:p>
                      <a:r>
                        <a:rPr lang="en-AU" sz="1350">
                          <a:latin typeface="Calibri" panose="020F0502020204030204" pitchFamily="34" charset="0"/>
                          <a:cs typeface="Calibri" panose="020F0502020204030204" pitchFamily="34" charset="0"/>
                        </a:rPr>
                        <a:t>Keyword filtering</a:t>
                      </a:r>
                    </a:p>
                  </a:txBody>
                  <a:tcPr/>
                </a:tc>
                <a:tc>
                  <a:txBody>
                    <a:bodyPr/>
                    <a:lstStyle/>
                    <a:p>
                      <a:r>
                        <a:rPr lang="en-AU" sz="1350" dirty="0">
                          <a:latin typeface="Calibri" panose="020F0502020204030204" pitchFamily="34" charset="0"/>
                          <a:cs typeface="Calibri" panose="020F0502020204030204" pitchFamily="34" charset="0"/>
                        </a:rPr>
                        <a:t>Customers can specify different sets of invalid keywords for both the input and the output. This guardrail uses keyword or string matching to decide if the keyword exists in the request or response content.</a:t>
                      </a:r>
                    </a:p>
                  </a:txBody>
                  <a:tcPr/>
                </a:tc>
                <a:extLst>
                  <a:ext uri="{0D108BD9-81ED-4DB2-BD59-A6C34878D82A}">
                    <a16:rowId xmlns:a16="http://schemas.microsoft.com/office/drawing/2014/main" val="193822063"/>
                  </a:ext>
                </a:extLst>
              </a:tr>
            </a:tbl>
          </a:graphicData>
        </a:graphic>
      </p:graphicFrame>
      <p:sp>
        <p:nvSpPr>
          <p:cNvPr id="5" name="TextBox 4">
            <a:extLst>
              <a:ext uri="{FF2B5EF4-FFF2-40B4-BE49-F238E27FC236}">
                <a16:creationId xmlns:a16="http://schemas.microsoft.com/office/drawing/2014/main" id="{BB823233-F9FE-7D71-D697-0875812CE15C}"/>
              </a:ext>
            </a:extLst>
          </p:cNvPr>
          <p:cNvSpPr txBox="1"/>
          <p:nvPr/>
        </p:nvSpPr>
        <p:spPr>
          <a:xfrm>
            <a:off x="648586" y="955669"/>
            <a:ext cx="10891059" cy="307777"/>
          </a:xfrm>
          <a:prstGeom prst="rect">
            <a:avLst/>
          </a:prstGeom>
          <a:noFill/>
        </p:spPr>
        <p:txBody>
          <a:bodyPr wrap="square">
            <a:spAutoFit/>
          </a:bodyPr>
          <a:lstStyle/>
          <a:p>
            <a:r>
              <a:rPr lang="en-AU" sz="1400" b="0" i="0">
                <a:solidFill>
                  <a:srgbClr val="1B3139"/>
                </a:solidFill>
                <a:effectLst/>
                <a:cs typeface="Arial" panose="020B0604020202020204" pitchFamily="34" charset="0"/>
              </a:rPr>
              <a:t>The following table summarizes the configurable guardrails</a:t>
            </a:r>
            <a:endParaRPr lang="en-AU" sz="1400">
              <a:cs typeface="Arial" panose="020B0604020202020204" pitchFamily="34" charset="0"/>
            </a:endParaRPr>
          </a:p>
        </p:txBody>
      </p:sp>
    </p:spTree>
    <p:extLst>
      <p:ext uri="{BB962C8B-B14F-4D97-AF65-F5344CB8AC3E}">
        <p14:creationId xmlns:p14="http://schemas.microsoft.com/office/powerpoint/2010/main" val="3492179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16207" y="382826"/>
            <a:ext cx="10088041" cy="602801"/>
          </a:xfrm>
        </p:spPr>
        <p:txBody>
          <a:bodyPr>
            <a:normAutofit/>
          </a:bodyPr>
          <a:lstStyle/>
          <a:p>
            <a:pPr defTabSz="685783">
              <a:defRPr/>
            </a:pPr>
            <a:r>
              <a:rPr lang="en-AU" sz="2400" b="0" dirty="0">
                <a:solidFill>
                  <a:srgbClr val="0054A6"/>
                </a:solidFill>
                <a:cs typeface="Arial" panose="020B0604020202020204" pitchFamily="34" charset="0"/>
              </a:rPr>
              <a:t>Other Considerations</a:t>
            </a:r>
            <a:endParaRPr lang="en-AU" sz="2400" b="0" dirty="0">
              <a:solidFill>
                <a:srgbClr val="0054A6"/>
              </a:solidFill>
              <a:ea typeface="+mn-lt"/>
              <a:cs typeface="Arial" panose="020B0604020202020204" pitchFamily="34" charset="0"/>
            </a:endParaRPr>
          </a:p>
        </p:txBody>
      </p:sp>
      <p:sp>
        <p:nvSpPr>
          <p:cNvPr id="3" name="Content Placeholder 2">
            <a:extLst>
              <a:ext uri="{FF2B5EF4-FFF2-40B4-BE49-F238E27FC236}">
                <a16:creationId xmlns:a16="http://schemas.microsoft.com/office/drawing/2014/main" id="{058CDD6E-5618-1DAA-2B6A-8D402BD72101}"/>
              </a:ext>
            </a:extLst>
          </p:cNvPr>
          <p:cNvSpPr>
            <a:spLocks noGrp="1"/>
          </p:cNvSpPr>
          <p:nvPr>
            <p:ph idx="1"/>
          </p:nvPr>
        </p:nvSpPr>
        <p:spPr>
          <a:xfrm>
            <a:off x="668965" y="985627"/>
            <a:ext cx="10797744" cy="5769133"/>
          </a:xfrm>
        </p:spPr>
        <p:txBody>
          <a:bodyPr vert="horz" lIns="91440" tIns="45720" rIns="91440" bIns="45720" rtlCol="0" anchor="t">
            <a:normAutofit/>
          </a:bodyPr>
          <a:lstStyle/>
          <a:p>
            <a:pPr marL="285750" indent="-285750">
              <a:buFont typeface="Arial" panose="020B0604020202020204" pitchFamily="34" charset="0"/>
              <a:buChar char="•"/>
            </a:pPr>
            <a:r>
              <a:rPr lang="en-AU" sz="1350" b="1" dirty="0"/>
              <a:t>No Model training using SW data</a:t>
            </a:r>
            <a:r>
              <a:rPr lang="en-AU" sz="1350" dirty="0"/>
              <a:t>: Mosaic AI Model Serving does not use user inputs submitted to the service or outputs from the service to train any models or improve any Databricks services; Sydney Water data will not be used to train the LLM models used in the solution</a:t>
            </a:r>
          </a:p>
          <a:p>
            <a:pPr marL="285750" indent="-285750">
              <a:buFont typeface="Arial" panose="020B0604020202020204" pitchFamily="34" charset="0"/>
              <a:buChar char="•"/>
            </a:pPr>
            <a:endParaRPr lang="en-AU" sz="1000" dirty="0"/>
          </a:p>
          <a:p>
            <a:pPr marL="285750" indent="-285750">
              <a:buFont typeface="Arial" panose="020B0604020202020204" pitchFamily="34" charset="0"/>
              <a:buChar char="•"/>
            </a:pPr>
            <a:r>
              <a:rPr lang="en-AU" sz="1350" b="1" dirty="0"/>
              <a:t>Temporary storage of inputs &amp; outputs</a:t>
            </a:r>
            <a:r>
              <a:rPr lang="en-AU" sz="1350" dirty="0"/>
              <a:t>: Databricks may temporarily process and store inputs and outputs for the purposes of preventing, detecting, and mitigating abuse or harmful uses. Our inputs and outputs are isolated from those of other customers and stored in Australia East region for up to 30 days, and only accessible for detecting and responding to security or abuse concerns</a:t>
            </a:r>
          </a:p>
          <a:p>
            <a:pPr marL="285750" indent="-285750">
              <a:buFont typeface="Arial" panose="020B0604020202020204" pitchFamily="34" charset="0"/>
              <a:buChar char="•"/>
            </a:pPr>
            <a:endParaRPr lang="en-AU" sz="1000" dirty="0"/>
          </a:p>
          <a:p>
            <a:pPr marL="285750" indent="-285750">
              <a:buFont typeface="Arial" panose="020B0604020202020204" pitchFamily="34" charset="0"/>
              <a:buChar char="•"/>
            </a:pPr>
            <a:r>
              <a:rPr lang="en-AU" sz="1350" b="1" dirty="0"/>
              <a:t>Official-Sensitive Documents as input</a:t>
            </a:r>
            <a:r>
              <a:rPr lang="en-AU" sz="1350" dirty="0"/>
              <a:t>: Only the policy documents supplied by the SW People &amp; Governance group that are classified as Official &amp; Official-Sensitive will be considered for input to the solution for contextualising the prompts</a:t>
            </a:r>
          </a:p>
          <a:p>
            <a:pPr marL="285750" indent="-285750">
              <a:buFont typeface="Arial" panose="020B0604020202020204" pitchFamily="34" charset="0"/>
              <a:buChar char="•"/>
            </a:pPr>
            <a:endParaRPr lang="en-AU" sz="1000" dirty="0"/>
          </a:p>
          <a:p>
            <a:pPr marL="285750" indent="-285750">
              <a:buFont typeface="Arial" panose="020B0604020202020204" pitchFamily="34" charset="0"/>
              <a:buChar char="•"/>
            </a:pPr>
            <a:r>
              <a:rPr lang="en-AU" sz="1350" b="1" dirty="0"/>
              <a:t>Disclaimers in the App interface:</a:t>
            </a:r>
            <a:r>
              <a:rPr lang="en-AU" sz="1350" dirty="0"/>
              <a:t> Disclaimers and usage agreements within the app, adopting human-in-the-loop approach and providing adequate training to users will help mitigate the risk of the chatbot’s outputs being perceived as authoritative sources of policy information.</a:t>
            </a:r>
          </a:p>
          <a:p>
            <a:pPr marL="285750" indent="-285750">
              <a:buFont typeface="Arial" panose="020B0604020202020204" pitchFamily="34" charset="0"/>
              <a:buChar char="•"/>
            </a:pPr>
            <a:endParaRPr lang="en-AU" sz="1000" dirty="0"/>
          </a:p>
          <a:p>
            <a:pPr marL="285750" indent="-285750">
              <a:buFont typeface="Arial" panose="020B0604020202020204" pitchFamily="34" charset="0"/>
              <a:buChar char="•"/>
            </a:pPr>
            <a:r>
              <a:rPr lang="en-AU" sz="1350" b="1" dirty="0"/>
              <a:t>Monitor AI Traffic</a:t>
            </a:r>
            <a:r>
              <a:rPr lang="en-AU" sz="1350" dirty="0"/>
              <a:t>: Mosaic AI Gateway now captures usage and payload data for all traffic flowing in and out of endpoints including requester details, usage statistics, and custom metadata to Unity </a:t>
            </a:r>
            <a:r>
              <a:rPr lang="en-AU" sz="1350" dirty="0" err="1"/>
              <a:t>Catalog</a:t>
            </a:r>
            <a:r>
              <a:rPr lang="en-AU" sz="1350" dirty="0"/>
              <a:t> Delta Tables</a:t>
            </a:r>
          </a:p>
          <a:p>
            <a:pPr marL="285750" indent="-285750">
              <a:buFont typeface="Arial" panose="020B0604020202020204" pitchFamily="34" charset="0"/>
              <a:buChar char="•"/>
            </a:pPr>
            <a:endParaRPr lang="en-AU" sz="1000" dirty="0"/>
          </a:p>
          <a:p>
            <a:pPr marL="285750" indent="-285750">
              <a:buFont typeface="Arial" panose="020B0604020202020204" pitchFamily="34" charset="0"/>
              <a:buChar char="•"/>
            </a:pPr>
            <a:r>
              <a:rPr lang="en-AU" sz="1350" b="1" dirty="0"/>
              <a:t>Choice of LLMs</a:t>
            </a:r>
            <a:r>
              <a:rPr lang="en-AU" sz="1350" dirty="0"/>
              <a:t>: Mosaic AI Model Serving makes all models accessible in a unified user interface and API, including models hosted by Databricks, or from another model provider on Azure. We can choose from Foundation Models on Databricks like Llama3, MPT, BGE and DBRX.</a:t>
            </a:r>
          </a:p>
          <a:p>
            <a:pPr marL="285750" indent="-285750">
              <a:buFont typeface="Arial" panose="020B0604020202020204" pitchFamily="34" charset="0"/>
              <a:buChar char="•"/>
            </a:pPr>
            <a:endParaRPr lang="en-AU" sz="1800" dirty="0"/>
          </a:p>
        </p:txBody>
      </p:sp>
    </p:spTree>
    <p:extLst>
      <p:ext uri="{BB962C8B-B14F-4D97-AF65-F5344CB8AC3E}">
        <p14:creationId xmlns:p14="http://schemas.microsoft.com/office/powerpoint/2010/main" val="132285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3B11-37C8-4823-8A9D-3E0BEE51CDB3}"/>
              </a:ext>
            </a:extLst>
          </p:cNvPr>
          <p:cNvSpPr>
            <a:spLocks noGrp="1"/>
          </p:cNvSpPr>
          <p:nvPr>
            <p:ph type="title"/>
          </p:nvPr>
        </p:nvSpPr>
        <p:spPr>
          <a:xfrm>
            <a:off x="616207" y="382826"/>
            <a:ext cx="10515600" cy="355509"/>
          </a:xfrm>
        </p:spPr>
        <p:txBody>
          <a:bodyPr>
            <a:normAutofit fontScale="90000"/>
          </a:bodyPr>
          <a:lstStyle/>
          <a:p>
            <a:pPr defTabSz="685783">
              <a:defRPr/>
            </a:pPr>
            <a:r>
              <a:rPr lang="en-AU" sz="2400" b="0" dirty="0">
                <a:solidFill>
                  <a:srgbClr val="0054A6"/>
                </a:solidFill>
                <a:cs typeface="Arial" panose="020B0604020202020204" pitchFamily="34" charset="0"/>
              </a:rPr>
              <a:t>NSW AIAF </a:t>
            </a:r>
            <a:r>
              <a:rPr lang="en-AU" sz="2400" dirty="0">
                <a:solidFill>
                  <a:srgbClr val="0054A6"/>
                </a:solidFill>
                <a:cs typeface="Arial" panose="020B0604020202020204" pitchFamily="34" charset="0"/>
              </a:rPr>
              <a:t>Risk </a:t>
            </a:r>
            <a:r>
              <a:rPr lang="en-AU" sz="2400" b="0" dirty="0">
                <a:solidFill>
                  <a:srgbClr val="0054A6"/>
                </a:solidFill>
                <a:cs typeface="Arial" panose="020B0604020202020204" pitchFamily="34" charset="0"/>
              </a:rPr>
              <a:t>Summary</a:t>
            </a:r>
            <a:endParaRPr lang="en-AU" sz="2400" b="0" dirty="0">
              <a:solidFill>
                <a:srgbClr val="0054A6"/>
              </a:solidFill>
              <a:ea typeface="+mn-lt"/>
              <a:cs typeface="Arial" panose="020B0604020202020204" pitchFamily="34" charset="0"/>
            </a:endParaRPr>
          </a:p>
        </p:txBody>
      </p:sp>
      <p:graphicFrame>
        <p:nvGraphicFramePr>
          <p:cNvPr id="4" name="Table 3">
            <a:extLst>
              <a:ext uri="{FF2B5EF4-FFF2-40B4-BE49-F238E27FC236}">
                <a16:creationId xmlns:a16="http://schemas.microsoft.com/office/drawing/2014/main" id="{FDA86D28-9B38-1FD2-027D-8552DA0C1D1C}"/>
              </a:ext>
            </a:extLst>
          </p:cNvPr>
          <p:cNvGraphicFramePr>
            <a:graphicFrameLocks noGrp="1"/>
          </p:cNvGraphicFramePr>
          <p:nvPr>
            <p:extLst>
              <p:ext uri="{D42A27DB-BD31-4B8C-83A1-F6EECF244321}">
                <p14:modId xmlns:p14="http://schemas.microsoft.com/office/powerpoint/2010/main" val="2965906887"/>
              </p:ext>
            </p:extLst>
          </p:nvPr>
        </p:nvGraphicFramePr>
        <p:xfrm>
          <a:off x="639654" y="1498774"/>
          <a:ext cx="11133954" cy="1006348"/>
        </p:xfrm>
        <a:graphic>
          <a:graphicData uri="http://schemas.openxmlformats.org/drawingml/2006/table">
            <a:tbl>
              <a:tblPr firstRow="1" bandRow="1"/>
              <a:tblGrid>
                <a:gridCol w="1855659">
                  <a:extLst>
                    <a:ext uri="{9D8B030D-6E8A-4147-A177-3AD203B41FA5}">
                      <a16:colId xmlns:a16="http://schemas.microsoft.com/office/drawing/2014/main" val="3270392029"/>
                    </a:ext>
                  </a:extLst>
                </a:gridCol>
                <a:gridCol w="1855659">
                  <a:extLst>
                    <a:ext uri="{9D8B030D-6E8A-4147-A177-3AD203B41FA5}">
                      <a16:colId xmlns:a16="http://schemas.microsoft.com/office/drawing/2014/main" val="3127004748"/>
                    </a:ext>
                  </a:extLst>
                </a:gridCol>
                <a:gridCol w="1855659">
                  <a:extLst>
                    <a:ext uri="{9D8B030D-6E8A-4147-A177-3AD203B41FA5}">
                      <a16:colId xmlns:a16="http://schemas.microsoft.com/office/drawing/2014/main" val="2637723134"/>
                    </a:ext>
                  </a:extLst>
                </a:gridCol>
                <a:gridCol w="1855659">
                  <a:extLst>
                    <a:ext uri="{9D8B030D-6E8A-4147-A177-3AD203B41FA5}">
                      <a16:colId xmlns:a16="http://schemas.microsoft.com/office/drawing/2014/main" val="1877419061"/>
                    </a:ext>
                  </a:extLst>
                </a:gridCol>
                <a:gridCol w="1855659">
                  <a:extLst>
                    <a:ext uri="{9D8B030D-6E8A-4147-A177-3AD203B41FA5}">
                      <a16:colId xmlns:a16="http://schemas.microsoft.com/office/drawing/2014/main" val="399675121"/>
                    </a:ext>
                  </a:extLst>
                </a:gridCol>
                <a:gridCol w="1855659">
                  <a:extLst>
                    <a:ext uri="{9D8B030D-6E8A-4147-A177-3AD203B41FA5}">
                      <a16:colId xmlns:a16="http://schemas.microsoft.com/office/drawing/2014/main" val="3052361573"/>
                    </a:ext>
                  </a:extLst>
                </a:gridCol>
              </a:tblGrid>
              <a:tr h="363392">
                <a:tc>
                  <a:txBody>
                    <a:bodyPr/>
                    <a:lstStyle/>
                    <a:p>
                      <a:r>
                        <a:rPr lang="en-AU" sz="1351" b="1" kern="1200" dirty="0">
                          <a:solidFill>
                            <a:srgbClr val="0070C0"/>
                          </a:solidFill>
                          <a:latin typeface="Calibri" panose="020F0502020204030204"/>
                          <a:ea typeface="+mn-ea"/>
                          <a:cs typeface="+mn-cs"/>
                        </a:rPr>
                        <a:t>Principle Category</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pPr algn="ctr"/>
                      <a:r>
                        <a:rPr lang="en-AU" dirty="0"/>
                        <a:t>Community Benefit</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pPr algn="ctr"/>
                      <a:r>
                        <a:rPr lang="en-AU" dirty="0"/>
                        <a:t>Fairness</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AU" sz="1351" b="1" kern="1200" noProof="0" dirty="0">
                          <a:solidFill>
                            <a:schemeClr val="lt1"/>
                          </a:solidFill>
                          <a:latin typeface="Calibri" panose="020F0502020204030204"/>
                          <a:ea typeface="+mn-ea"/>
                          <a:cs typeface="+mn-cs"/>
                        </a:rPr>
                        <a:t>Privacy &amp; Security</a:t>
                      </a:r>
                    </a:p>
                    <a:p>
                      <a:pPr algn="ctr"/>
                      <a:endParaRPr lang="en-AU"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AU" sz="1351" b="1" kern="1200" noProof="0" dirty="0">
                          <a:solidFill>
                            <a:schemeClr val="lt1"/>
                          </a:solidFill>
                          <a:latin typeface="Calibri" panose="020F0502020204030204"/>
                          <a:ea typeface="+mn-ea"/>
                          <a:cs typeface="+mn-cs"/>
                        </a:rPr>
                        <a:t>Transparency</a:t>
                      </a:r>
                    </a:p>
                    <a:p>
                      <a:pPr algn="ctr"/>
                      <a:endParaRPr lang="en-AU"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685783" rtl="0" eaLnBrk="1" latinLnBrk="0" hangingPunct="1">
                        <a:defRPr sz="1351" b="1" kern="1200">
                          <a:solidFill>
                            <a:schemeClr val="lt1"/>
                          </a:solidFill>
                          <a:latin typeface="Calibri" panose="020F0502020204030204"/>
                        </a:defRPr>
                      </a:lvl1pPr>
                      <a:lvl2pPr marL="342891" algn="l" defTabSz="685783" rtl="0" eaLnBrk="1" latinLnBrk="0" hangingPunct="1">
                        <a:defRPr sz="1351" b="1" kern="1200">
                          <a:solidFill>
                            <a:schemeClr val="lt1"/>
                          </a:solidFill>
                          <a:latin typeface="Calibri" panose="020F0502020204030204"/>
                        </a:defRPr>
                      </a:lvl2pPr>
                      <a:lvl3pPr marL="685783" algn="l" defTabSz="685783" rtl="0" eaLnBrk="1" latinLnBrk="0" hangingPunct="1">
                        <a:defRPr sz="1351" b="1" kern="1200">
                          <a:solidFill>
                            <a:schemeClr val="lt1"/>
                          </a:solidFill>
                          <a:latin typeface="Calibri" panose="020F0502020204030204"/>
                        </a:defRPr>
                      </a:lvl3pPr>
                      <a:lvl4pPr marL="1028674" algn="l" defTabSz="685783" rtl="0" eaLnBrk="1" latinLnBrk="0" hangingPunct="1">
                        <a:defRPr sz="1351" b="1" kern="1200">
                          <a:solidFill>
                            <a:schemeClr val="lt1"/>
                          </a:solidFill>
                          <a:latin typeface="Calibri" panose="020F0502020204030204"/>
                        </a:defRPr>
                      </a:lvl4pPr>
                      <a:lvl5pPr marL="1371566" algn="l" defTabSz="685783" rtl="0" eaLnBrk="1" latinLnBrk="0" hangingPunct="1">
                        <a:defRPr sz="1351" b="1" kern="1200">
                          <a:solidFill>
                            <a:schemeClr val="lt1"/>
                          </a:solidFill>
                          <a:latin typeface="Calibri" panose="020F0502020204030204"/>
                        </a:defRPr>
                      </a:lvl5pPr>
                      <a:lvl6pPr marL="1714457" algn="l" defTabSz="685783" rtl="0" eaLnBrk="1" latinLnBrk="0" hangingPunct="1">
                        <a:defRPr sz="1351" b="1" kern="1200">
                          <a:solidFill>
                            <a:schemeClr val="lt1"/>
                          </a:solidFill>
                          <a:latin typeface="Calibri" panose="020F0502020204030204"/>
                        </a:defRPr>
                      </a:lvl6pPr>
                      <a:lvl7pPr marL="2057349" algn="l" defTabSz="685783" rtl="0" eaLnBrk="1" latinLnBrk="0" hangingPunct="1">
                        <a:defRPr sz="1351" b="1" kern="1200">
                          <a:solidFill>
                            <a:schemeClr val="lt1"/>
                          </a:solidFill>
                          <a:latin typeface="Calibri" panose="020F0502020204030204"/>
                        </a:defRPr>
                      </a:lvl7pPr>
                      <a:lvl8pPr marL="2400240" algn="l" defTabSz="685783" rtl="0" eaLnBrk="1" latinLnBrk="0" hangingPunct="1">
                        <a:defRPr sz="1351" b="1" kern="1200">
                          <a:solidFill>
                            <a:schemeClr val="lt1"/>
                          </a:solidFill>
                          <a:latin typeface="Calibri" panose="020F0502020204030204"/>
                        </a:defRPr>
                      </a:lvl8pPr>
                      <a:lvl9pPr marL="2743131" algn="l" defTabSz="685783" rtl="0" eaLnBrk="1" latinLnBrk="0" hangingPunct="1">
                        <a:defRPr sz="1351" b="1" kern="1200">
                          <a:solidFill>
                            <a:schemeClr val="lt1"/>
                          </a:solidFill>
                          <a:latin typeface="Calibri" panose="020F0502020204030204"/>
                        </a:defRPr>
                      </a:lvl9pPr>
                    </a:lstStyle>
                    <a:p>
                      <a:pPr algn="ctr"/>
                      <a:r>
                        <a:rPr lang="en-AU" dirty="0"/>
                        <a:t>Accountability</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extLst>
                  <a:ext uri="{0D108BD9-81ED-4DB2-BD59-A6C34878D82A}">
                    <a16:rowId xmlns:a16="http://schemas.microsoft.com/office/drawing/2014/main" val="1537954593"/>
                  </a:ext>
                </a:extLst>
              </a:tr>
              <a:tr h="503174">
                <a:tc>
                  <a:txBody>
                    <a:bodyPr/>
                    <a:lstStyle/>
                    <a:p>
                      <a:pPr marL="0" indent="0" algn="l" defTabSz="685783" rtl="0" eaLnBrk="1" latinLnBrk="0" hangingPunct="1">
                        <a:buNone/>
                      </a:pPr>
                      <a:r>
                        <a:rPr lang="en-AU" sz="1351" b="1" kern="1200" dirty="0">
                          <a:solidFill>
                            <a:srgbClr val="0070C0"/>
                          </a:solidFill>
                          <a:latin typeface="Calibri" panose="020F0502020204030204"/>
                          <a:ea typeface="+mn-ea"/>
                          <a:cs typeface="+mn-cs"/>
                        </a:rPr>
                        <a:t>Risk Level</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marL="0" indent="0" algn="ctr">
                        <a:buNone/>
                      </a:pPr>
                      <a:r>
                        <a:rPr lang="en-AU" sz="1400" dirty="0"/>
                        <a:t>Mid Range risk</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C000"/>
                    </a:solidFill>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algn="ctr"/>
                      <a:r>
                        <a:rPr lang="en-AU" sz="1400" kern="1200" dirty="0">
                          <a:solidFill>
                            <a:schemeClr val="dk1"/>
                          </a:solidFill>
                          <a:latin typeface="Calibri" panose="020F0502020204030204"/>
                          <a:ea typeface="+mn-ea"/>
                          <a:cs typeface="+mn-cs"/>
                        </a:rPr>
                        <a:t>Low risk</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AU" sz="1400" kern="1200" dirty="0">
                          <a:solidFill>
                            <a:schemeClr val="dk1"/>
                          </a:solidFill>
                          <a:latin typeface="Calibri" panose="020F0502020204030204"/>
                          <a:ea typeface="+mn-ea"/>
                          <a:cs typeface="+mn-cs"/>
                        </a:rPr>
                        <a:t>Low risk</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AU" sz="1400" kern="1200" dirty="0">
                          <a:solidFill>
                            <a:schemeClr val="dk1"/>
                          </a:solidFill>
                          <a:latin typeface="Calibri" panose="020F0502020204030204"/>
                          <a:ea typeface="+mn-ea"/>
                          <a:cs typeface="+mn-cs"/>
                        </a:rPr>
                        <a:t>Low risk</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685783" rtl="0" eaLnBrk="1" latinLnBrk="0" hangingPunct="1">
                        <a:defRPr sz="1351" kern="1200">
                          <a:solidFill>
                            <a:schemeClr val="dk1"/>
                          </a:solidFill>
                          <a:latin typeface="Calibri" panose="020F0502020204030204"/>
                        </a:defRPr>
                      </a:lvl1pPr>
                      <a:lvl2pPr marL="342891" algn="l" defTabSz="685783" rtl="0" eaLnBrk="1" latinLnBrk="0" hangingPunct="1">
                        <a:defRPr sz="1351" kern="1200">
                          <a:solidFill>
                            <a:schemeClr val="dk1"/>
                          </a:solidFill>
                          <a:latin typeface="Calibri" panose="020F0502020204030204"/>
                        </a:defRPr>
                      </a:lvl2pPr>
                      <a:lvl3pPr marL="685783" algn="l" defTabSz="685783" rtl="0" eaLnBrk="1" latinLnBrk="0" hangingPunct="1">
                        <a:defRPr sz="1351" kern="1200">
                          <a:solidFill>
                            <a:schemeClr val="dk1"/>
                          </a:solidFill>
                          <a:latin typeface="Calibri" panose="020F0502020204030204"/>
                        </a:defRPr>
                      </a:lvl3pPr>
                      <a:lvl4pPr marL="1028674" algn="l" defTabSz="685783" rtl="0" eaLnBrk="1" latinLnBrk="0" hangingPunct="1">
                        <a:defRPr sz="1351" kern="1200">
                          <a:solidFill>
                            <a:schemeClr val="dk1"/>
                          </a:solidFill>
                          <a:latin typeface="Calibri" panose="020F0502020204030204"/>
                        </a:defRPr>
                      </a:lvl4pPr>
                      <a:lvl5pPr marL="1371566" algn="l" defTabSz="685783" rtl="0" eaLnBrk="1" latinLnBrk="0" hangingPunct="1">
                        <a:defRPr sz="1351" kern="1200">
                          <a:solidFill>
                            <a:schemeClr val="dk1"/>
                          </a:solidFill>
                          <a:latin typeface="Calibri" panose="020F0502020204030204"/>
                        </a:defRPr>
                      </a:lvl5pPr>
                      <a:lvl6pPr marL="1714457" algn="l" defTabSz="685783" rtl="0" eaLnBrk="1" latinLnBrk="0" hangingPunct="1">
                        <a:defRPr sz="1351" kern="1200">
                          <a:solidFill>
                            <a:schemeClr val="dk1"/>
                          </a:solidFill>
                          <a:latin typeface="Calibri" panose="020F0502020204030204"/>
                        </a:defRPr>
                      </a:lvl6pPr>
                      <a:lvl7pPr marL="2057349" algn="l" defTabSz="685783" rtl="0" eaLnBrk="1" latinLnBrk="0" hangingPunct="1">
                        <a:defRPr sz="1351" kern="1200">
                          <a:solidFill>
                            <a:schemeClr val="dk1"/>
                          </a:solidFill>
                          <a:latin typeface="Calibri" panose="020F0502020204030204"/>
                        </a:defRPr>
                      </a:lvl7pPr>
                      <a:lvl8pPr marL="2400240" algn="l" defTabSz="685783" rtl="0" eaLnBrk="1" latinLnBrk="0" hangingPunct="1">
                        <a:defRPr sz="1351" kern="1200">
                          <a:solidFill>
                            <a:schemeClr val="dk1"/>
                          </a:solidFill>
                          <a:latin typeface="Calibri" panose="020F0502020204030204"/>
                        </a:defRPr>
                      </a:lvl8pPr>
                      <a:lvl9pPr marL="2743131" algn="l" defTabSz="685783" rtl="0" eaLnBrk="1" latinLnBrk="0" hangingPunct="1">
                        <a:defRPr sz="1351" kern="1200">
                          <a:solidFill>
                            <a:schemeClr val="dk1"/>
                          </a:solidFill>
                          <a:latin typeface="Calibri" panose="020F0502020204030204"/>
                        </a:defRPr>
                      </a:lvl9pPr>
                    </a:lstStyle>
                    <a:p>
                      <a:pPr algn="ctr"/>
                      <a:r>
                        <a:rPr lang="en-AU" sz="1400" kern="1200" dirty="0">
                          <a:solidFill>
                            <a:schemeClr val="dk1"/>
                          </a:solidFill>
                          <a:latin typeface="Calibri" panose="020F0502020204030204"/>
                          <a:ea typeface="+mn-ea"/>
                          <a:cs typeface="+mn-cs"/>
                        </a:rPr>
                        <a:t>Low risk</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3480272227"/>
                  </a:ext>
                </a:extLst>
              </a:tr>
            </a:tbl>
          </a:graphicData>
        </a:graphic>
      </p:graphicFrame>
      <p:sp>
        <p:nvSpPr>
          <p:cNvPr id="5" name="TextBox 4">
            <a:extLst>
              <a:ext uri="{FF2B5EF4-FFF2-40B4-BE49-F238E27FC236}">
                <a16:creationId xmlns:a16="http://schemas.microsoft.com/office/drawing/2014/main" id="{0D573EF2-FCAD-84B6-A373-8FF5E14B308C}"/>
              </a:ext>
            </a:extLst>
          </p:cNvPr>
          <p:cNvSpPr txBox="1"/>
          <p:nvPr/>
        </p:nvSpPr>
        <p:spPr>
          <a:xfrm>
            <a:off x="616206" y="982800"/>
            <a:ext cx="11133953" cy="461665"/>
          </a:xfrm>
          <a:prstGeom prst="rect">
            <a:avLst/>
          </a:prstGeom>
          <a:noFill/>
        </p:spPr>
        <p:txBody>
          <a:bodyPr wrap="square">
            <a:spAutoFit/>
          </a:bodyPr>
          <a:lstStyle/>
          <a:p>
            <a:r>
              <a:rPr lang="en-AU" sz="1200" dirty="0"/>
              <a:t>To ensure the safe and responsible use of AI at Sydney Water, the Chatbot </a:t>
            </a:r>
            <a:r>
              <a:rPr lang="en-AU" sz="1200" dirty="0" err="1"/>
              <a:t>usecase</a:t>
            </a:r>
            <a:r>
              <a:rPr lang="en-AU" sz="1200" dirty="0"/>
              <a:t> has been assessed using NSW AIAF and the framework identified a mid-range risk in Community Benefit category. The following table highlights the risks and their mitigations as captured in the AIAF assessment..</a:t>
            </a:r>
          </a:p>
        </p:txBody>
      </p:sp>
      <p:graphicFrame>
        <p:nvGraphicFramePr>
          <p:cNvPr id="3" name="Table 2">
            <a:extLst>
              <a:ext uri="{FF2B5EF4-FFF2-40B4-BE49-F238E27FC236}">
                <a16:creationId xmlns:a16="http://schemas.microsoft.com/office/drawing/2014/main" id="{23E59E6C-7BC3-AD29-6C8B-1264BD6B1BBE}"/>
              </a:ext>
            </a:extLst>
          </p:cNvPr>
          <p:cNvGraphicFramePr>
            <a:graphicFrameLocks noGrp="1"/>
          </p:cNvGraphicFramePr>
          <p:nvPr>
            <p:extLst>
              <p:ext uri="{D42A27DB-BD31-4B8C-83A1-F6EECF244321}">
                <p14:modId xmlns:p14="http://schemas.microsoft.com/office/powerpoint/2010/main" val="4280560514"/>
              </p:ext>
            </p:extLst>
          </p:nvPr>
        </p:nvGraphicFramePr>
        <p:xfrm>
          <a:off x="639655" y="2535965"/>
          <a:ext cx="11110504" cy="3444884"/>
        </p:xfrm>
        <a:graphic>
          <a:graphicData uri="http://schemas.openxmlformats.org/drawingml/2006/table">
            <a:tbl>
              <a:tblPr firstRow="1" bandRow="1">
                <a:tableStyleId>{5940675A-B579-460E-94D1-54222C63F5DA}</a:tableStyleId>
              </a:tblPr>
              <a:tblGrid>
                <a:gridCol w="11110504">
                  <a:extLst>
                    <a:ext uri="{9D8B030D-6E8A-4147-A177-3AD203B41FA5}">
                      <a16:colId xmlns:a16="http://schemas.microsoft.com/office/drawing/2014/main" val="448707223"/>
                    </a:ext>
                  </a:extLst>
                </a:gridCol>
              </a:tblGrid>
              <a:tr h="902696">
                <a:tc>
                  <a:txBody>
                    <a:bodyPr/>
                    <a:lstStyle/>
                    <a:p>
                      <a:r>
                        <a:rPr lang="en-AU" b="1" dirty="0"/>
                        <a:t>IMPLEMENTATION MITIGATIONS:</a:t>
                      </a:r>
                      <a:r>
                        <a:rPr lang="en-AU" dirty="0"/>
                        <a:t> The implementation will be delivered in two key phases pilot and roll out of other use cases if pilot is successful The pilot design will be scalable and will include policy and EA only documents. The pilot will be designed for use within the People and Governance team including support training, change management and quality monitoring. The outcome of the pilot project including cost benefit success measures will determine the future use cases of the chatbot.</a:t>
                      </a:r>
                    </a:p>
                  </a:txBody>
                  <a:tcPr anchor="ctr"/>
                </a:tc>
                <a:extLst>
                  <a:ext uri="{0D108BD9-81ED-4DB2-BD59-A6C34878D82A}">
                    <a16:rowId xmlns:a16="http://schemas.microsoft.com/office/drawing/2014/main" val="1361479913"/>
                  </a:ext>
                </a:extLst>
              </a:tr>
              <a:tr h="640591">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AU" b="1" dirty="0"/>
                        <a:t>ACCESS MITIGATION:</a:t>
                      </a:r>
                      <a:r>
                        <a:rPr lang="en-AU" dirty="0"/>
                        <a:t> The proposed tool will be following the document access principles. The documents used for this tool are all employee accessed documents. Furthermore, training on using generative AI tools will be provided to new users</a:t>
                      </a:r>
                    </a:p>
                  </a:txBody>
                  <a:tcPr anchor="ctr"/>
                </a:tc>
                <a:extLst>
                  <a:ext uri="{0D108BD9-81ED-4DB2-BD59-A6C34878D82A}">
                    <a16:rowId xmlns:a16="http://schemas.microsoft.com/office/drawing/2014/main" val="1183410050"/>
                  </a:ext>
                </a:extLst>
              </a:tr>
              <a:tr h="478737">
                <a:tc>
                  <a:txBody>
                    <a:bodyPr/>
                    <a:lstStyle/>
                    <a:p>
                      <a:r>
                        <a:rPr lang="en-AU" b="1" dirty="0"/>
                        <a:t>TRAINING MITIGATION:</a:t>
                      </a:r>
                      <a:r>
                        <a:rPr lang="en-AU" dirty="0"/>
                        <a:t> Training on using generative AI tools will be provided to new users</a:t>
                      </a:r>
                    </a:p>
                  </a:txBody>
                  <a:tcPr anchor="ctr"/>
                </a:tc>
                <a:extLst>
                  <a:ext uri="{0D108BD9-81ED-4DB2-BD59-A6C34878D82A}">
                    <a16:rowId xmlns:a16="http://schemas.microsoft.com/office/drawing/2014/main" val="1964813896"/>
                  </a:ext>
                </a:extLst>
              </a:tr>
              <a:tr h="770057">
                <a:tc>
                  <a:txBody>
                    <a:bodyPr/>
                    <a:lstStyle/>
                    <a:p>
                      <a:r>
                        <a:rPr lang="en-AU" b="1" dirty="0"/>
                        <a:t>GOVERNANCE MITIGATION:</a:t>
                      </a:r>
                      <a:r>
                        <a:rPr lang="en-AU" dirty="0"/>
                        <a:t> Sydney Water is leveraging the NSW AI Assessment Framework/Tool to test the effectiveness of AI governance processes. This has been confirmed the data is hosted and processed within the Australia region, and that Sydney Water's data is not used to train or enrich the base LLM model</a:t>
                      </a:r>
                    </a:p>
                  </a:txBody>
                  <a:tcPr anchor="ctr"/>
                </a:tc>
                <a:extLst>
                  <a:ext uri="{0D108BD9-81ED-4DB2-BD59-A6C34878D82A}">
                    <a16:rowId xmlns:a16="http://schemas.microsoft.com/office/drawing/2014/main" val="2413168804"/>
                  </a:ext>
                </a:extLst>
              </a:tr>
              <a:tr h="640591">
                <a:tc>
                  <a:txBody>
                    <a:bodyPr/>
                    <a:lstStyle/>
                    <a:p>
                      <a:r>
                        <a:rPr lang="en-AU" b="1" dirty="0"/>
                        <a:t>ACCOUNTABILITES MITIGATION:</a:t>
                      </a:r>
                      <a:r>
                        <a:rPr lang="en-AU" dirty="0"/>
                        <a:t> The user's accountabilities will be documented and shared prior to commencement and use of the service</a:t>
                      </a:r>
                    </a:p>
                  </a:txBody>
                  <a:tcPr anchor="ctr"/>
                </a:tc>
                <a:extLst>
                  <a:ext uri="{0D108BD9-81ED-4DB2-BD59-A6C34878D82A}">
                    <a16:rowId xmlns:a16="http://schemas.microsoft.com/office/drawing/2014/main" val="3623479731"/>
                  </a:ext>
                </a:extLst>
              </a:tr>
            </a:tbl>
          </a:graphicData>
        </a:graphic>
      </p:graphicFrame>
    </p:spTree>
    <p:extLst>
      <p:ext uri="{BB962C8B-B14F-4D97-AF65-F5344CB8AC3E}">
        <p14:creationId xmlns:p14="http://schemas.microsoft.com/office/powerpoint/2010/main" val="4179870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591A1-0880-A12A-695D-7FC36343C010}"/>
              </a:ext>
            </a:extLst>
          </p:cNvPr>
          <p:cNvSpPr>
            <a:spLocks noGrp="1"/>
          </p:cNvSpPr>
          <p:nvPr>
            <p:ph type="title"/>
          </p:nvPr>
        </p:nvSpPr>
        <p:spPr>
          <a:xfrm>
            <a:off x="668965" y="500063"/>
            <a:ext cx="10515600" cy="492361"/>
          </a:xfrm>
        </p:spPr>
        <p:txBody>
          <a:bodyPr>
            <a:normAutofit/>
          </a:bodyPr>
          <a:lstStyle/>
          <a:p>
            <a:r>
              <a:rPr lang="en-AU" sz="2400" dirty="0"/>
              <a:t>Summary</a:t>
            </a:r>
          </a:p>
        </p:txBody>
      </p:sp>
      <p:sp>
        <p:nvSpPr>
          <p:cNvPr id="4" name="TextBox 3">
            <a:extLst>
              <a:ext uri="{FF2B5EF4-FFF2-40B4-BE49-F238E27FC236}">
                <a16:creationId xmlns:a16="http://schemas.microsoft.com/office/drawing/2014/main" id="{BCBA718A-4E22-5BF0-BA9E-B2A6F4912A90}"/>
              </a:ext>
            </a:extLst>
          </p:cNvPr>
          <p:cNvSpPr txBox="1"/>
          <p:nvPr/>
        </p:nvSpPr>
        <p:spPr>
          <a:xfrm>
            <a:off x="668965" y="1047473"/>
            <a:ext cx="10670930" cy="548566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AU" sz="1500" dirty="0">
                <a:solidFill>
                  <a:schemeClr val="tx2"/>
                </a:solidFill>
              </a:rPr>
              <a:t>The Sydney Water Chatbot AI product is planned as a Pilot project servicing a small group of users within the People &amp; Governance group</a:t>
            </a:r>
          </a:p>
          <a:p>
            <a:pPr marL="171450" indent="-171450">
              <a:lnSpc>
                <a:spcPct val="150000"/>
              </a:lnSpc>
              <a:buFont typeface="Arial" panose="020B0604020202020204" pitchFamily="34" charset="0"/>
              <a:buChar char="•"/>
            </a:pPr>
            <a:endParaRPr lang="en-AU" sz="1000" dirty="0">
              <a:solidFill>
                <a:schemeClr val="tx2"/>
              </a:solidFill>
            </a:endParaRPr>
          </a:p>
          <a:p>
            <a:pPr marL="171450" indent="-171450">
              <a:lnSpc>
                <a:spcPct val="150000"/>
              </a:lnSpc>
              <a:buFont typeface="Arial" panose="020B0604020202020204" pitchFamily="34" charset="0"/>
              <a:buChar char="•"/>
            </a:pPr>
            <a:r>
              <a:rPr lang="en-AU" sz="1500" dirty="0">
                <a:solidFill>
                  <a:schemeClr val="tx2"/>
                </a:solidFill>
              </a:rPr>
              <a:t>Official documents would be used as part of this solution to augment the user prompts in the RAG architecture which is effective in reducing hallucinations &amp; improving accuracy of responses</a:t>
            </a:r>
          </a:p>
          <a:p>
            <a:pPr marL="171450" indent="-171450">
              <a:lnSpc>
                <a:spcPct val="150000"/>
              </a:lnSpc>
              <a:buFont typeface="Arial" panose="020B0604020202020204" pitchFamily="34" charset="0"/>
              <a:buChar char="•"/>
            </a:pPr>
            <a:endParaRPr lang="en-AU" sz="1000" dirty="0">
              <a:solidFill>
                <a:schemeClr val="tx2"/>
              </a:solidFill>
            </a:endParaRPr>
          </a:p>
          <a:p>
            <a:pPr marL="171450" indent="-171450">
              <a:lnSpc>
                <a:spcPct val="150000"/>
              </a:lnSpc>
              <a:buFont typeface="Arial" panose="020B0604020202020204" pitchFamily="34" charset="0"/>
              <a:buChar char="•"/>
            </a:pPr>
            <a:r>
              <a:rPr lang="en-AU" sz="1500" dirty="0">
                <a:solidFill>
                  <a:schemeClr val="tx2"/>
                </a:solidFill>
              </a:rPr>
              <a:t>Human-in-the-loop helps improve the accuracy and reliability of the chatbot. Explicit disclaimers and usage agreements in the app help maintain transparency and accountability</a:t>
            </a:r>
          </a:p>
          <a:p>
            <a:pPr marL="171450" indent="-171450">
              <a:lnSpc>
                <a:spcPct val="150000"/>
              </a:lnSpc>
              <a:buFont typeface="Arial" panose="020B0604020202020204" pitchFamily="34" charset="0"/>
              <a:buChar char="•"/>
            </a:pPr>
            <a:endParaRPr lang="en-AU" sz="1000" dirty="0">
              <a:solidFill>
                <a:schemeClr val="tx2"/>
              </a:solidFill>
            </a:endParaRPr>
          </a:p>
          <a:p>
            <a:pPr marL="171450" indent="-171450">
              <a:lnSpc>
                <a:spcPct val="150000"/>
              </a:lnSpc>
              <a:buFont typeface="Arial" panose="020B0604020202020204" pitchFamily="34" charset="0"/>
              <a:buChar char="•"/>
            </a:pPr>
            <a:r>
              <a:rPr lang="en-AU" sz="1500" dirty="0">
                <a:solidFill>
                  <a:schemeClr val="tx2"/>
                </a:solidFill>
              </a:rPr>
              <a:t>The solution design presented for the Pilot is a simplified version(without the integration touch points) of the original </a:t>
            </a:r>
            <a:r>
              <a:rPr lang="en-AU" sz="1500" dirty="0" err="1">
                <a:solidFill>
                  <a:schemeClr val="tx2"/>
                </a:solidFill>
              </a:rPr>
              <a:t>GenAI</a:t>
            </a:r>
            <a:r>
              <a:rPr lang="en-AU" sz="1500" dirty="0">
                <a:solidFill>
                  <a:schemeClr val="tx2"/>
                </a:solidFill>
              </a:rPr>
              <a:t> with RAG pattern from the AI Blueprint that was recommended as a reference architecture pattern for </a:t>
            </a:r>
            <a:r>
              <a:rPr lang="en-AU" sz="1500" dirty="0" err="1">
                <a:solidFill>
                  <a:schemeClr val="tx2"/>
                </a:solidFill>
              </a:rPr>
              <a:t>GenAI</a:t>
            </a:r>
            <a:r>
              <a:rPr lang="en-AU" sz="1500" dirty="0">
                <a:solidFill>
                  <a:schemeClr val="tx2"/>
                </a:solidFill>
              </a:rPr>
              <a:t> solutions</a:t>
            </a:r>
          </a:p>
          <a:p>
            <a:pPr marL="171450" indent="-171450">
              <a:lnSpc>
                <a:spcPct val="150000"/>
              </a:lnSpc>
              <a:buFont typeface="Arial" panose="020B0604020202020204" pitchFamily="34" charset="0"/>
              <a:buChar char="•"/>
            </a:pPr>
            <a:endParaRPr lang="en-AU" sz="1000" dirty="0">
              <a:solidFill>
                <a:schemeClr val="tx2"/>
              </a:solidFill>
            </a:endParaRPr>
          </a:p>
          <a:p>
            <a:pPr marL="171450" indent="-171450">
              <a:lnSpc>
                <a:spcPct val="150000"/>
              </a:lnSpc>
              <a:buFont typeface="Arial" panose="020B0604020202020204" pitchFamily="34" charset="0"/>
              <a:buChar char="•"/>
            </a:pPr>
            <a:r>
              <a:rPr lang="en-AU" sz="1500" dirty="0">
                <a:solidFill>
                  <a:schemeClr val="tx2"/>
                </a:solidFill>
              </a:rPr>
              <a:t>BiG42 Phase 1, AIAF Assessment, PTA have been completed. Databricks cloud service in all Azure Australia regions was assigned the IRAP PROTECTED classification (</a:t>
            </a:r>
            <a:r>
              <a:rPr lang="en-AU" sz="1500" dirty="0">
                <a:hlinkClick r:id="rId2"/>
              </a:rPr>
              <a:t>IRAP Compliance at Databricks | Databricks</a:t>
            </a:r>
            <a:r>
              <a:rPr lang="en-AU" sz="1500" dirty="0"/>
              <a:t>)</a:t>
            </a:r>
            <a:endParaRPr lang="en-AU" sz="1500" dirty="0">
              <a:solidFill>
                <a:schemeClr val="tx2"/>
              </a:solidFill>
            </a:endParaRPr>
          </a:p>
          <a:p>
            <a:pPr marL="171450" indent="-171450">
              <a:lnSpc>
                <a:spcPct val="150000"/>
              </a:lnSpc>
              <a:buFont typeface="Arial" panose="020B0604020202020204" pitchFamily="34" charset="0"/>
              <a:buChar char="•"/>
            </a:pPr>
            <a:endParaRPr lang="en-AU" sz="1000" dirty="0">
              <a:solidFill>
                <a:schemeClr val="tx2"/>
              </a:solidFill>
            </a:endParaRPr>
          </a:p>
          <a:p>
            <a:pPr marL="171450" indent="-171450">
              <a:lnSpc>
                <a:spcPct val="150000"/>
              </a:lnSpc>
              <a:buFont typeface="Arial" panose="020B0604020202020204" pitchFamily="34" charset="0"/>
              <a:buChar char="•"/>
            </a:pPr>
            <a:r>
              <a:rPr lang="en-AU" sz="1500" dirty="0">
                <a:solidFill>
                  <a:schemeClr val="tx2"/>
                </a:solidFill>
              </a:rPr>
              <a:t>The Data and Analytics team is seeking endorsement of </a:t>
            </a:r>
            <a:r>
              <a:rPr lang="en-AU" sz="1500" dirty="0" err="1">
                <a:solidFill>
                  <a:schemeClr val="tx2"/>
                </a:solidFill>
              </a:rPr>
              <a:t>GenAI</a:t>
            </a:r>
            <a:r>
              <a:rPr lang="en-AU" sz="1500" dirty="0">
                <a:solidFill>
                  <a:schemeClr val="tx2"/>
                </a:solidFill>
              </a:rPr>
              <a:t> with RAG pattern using Mosaic AI for delivering the Sydney Water Chatbot Pilot.</a:t>
            </a:r>
            <a:endParaRPr lang="en-AU" sz="1500" dirty="0">
              <a:solidFill>
                <a:srgbClr val="00006E"/>
              </a:solidFill>
              <a:latin typeface="Arial" panose="020B0604020202020204"/>
            </a:endParaRPr>
          </a:p>
        </p:txBody>
      </p:sp>
    </p:spTree>
    <p:extLst>
      <p:ext uri="{BB962C8B-B14F-4D97-AF65-F5344CB8AC3E}">
        <p14:creationId xmlns:p14="http://schemas.microsoft.com/office/powerpoint/2010/main" val="39836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CD2E1-F882-8E49-89EA-6C8C9BC4DEBC}"/>
              </a:ext>
            </a:extLst>
          </p:cNvPr>
          <p:cNvSpPr>
            <a:spLocks noGrp="1"/>
          </p:cNvSpPr>
          <p:nvPr>
            <p:ph type="title"/>
          </p:nvPr>
        </p:nvSpPr>
        <p:spPr/>
        <p:txBody>
          <a:bodyPr>
            <a:normAutofit/>
          </a:bodyPr>
          <a:lstStyle/>
          <a:p>
            <a:r>
              <a:rPr lang="en-US"/>
              <a:t>Appendix</a:t>
            </a:r>
          </a:p>
        </p:txBody>
      </p:sp>
    </p:spTree>
    <p:extLst>
      <p:ext uri="{BB962C8B-B14F-4D97-AF65-F5344CB8AC3E}">
        <p14:creationId xmlns:p14="http://schemas.microsoft.com/office/powerpoint/2010/main" val="2597925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 name="Graphic 144">
            <a:extLst>
              <a:ext uri="{FF2B5EF4-FFF2-40B4-BE49-F238E27FC236}">
                <a16:creationId xmlns:a16="http://schemas.microsoft.com/office/drawing/2014/main" id="{4AB33675-2C4B-D858-6C16-EAE07C1F9F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84502" y="5621484"/>
            <a:ext cx="290576" cy="290576"/>
          </a:xfrm>
          <a:prstGeom prst="rect">
            <a:avLst/>
          </a:prstGeom>
        </p:spPr>
      </p:pic>
      <p:pic>
        <p:nvPicPr>
          <p:cNvPr id="146" name="Graphic 145">
            <a:extLst>
              <a:ext uri="{FF2B5EF4-FFF2-40B4-BE49-F238E27FC236}">
                <a16:creationId xmlns:a16="http://schemas.microsoft.com/office/drawing/2014/main" id="{9E86B635-A8FA-A01E-F4E3-EB13E8BF27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17482" y="5617049"/>
            <a:ext cx="290576" cy="290576"/>
          </a:xfrm>
          <a:prstGeom prst="rect">
            <a:avLst/>
          </a:prstGeom>
        </p:spPr>
      </p:pic>
      <p:sp>
        <p:nvSpPr>
          <p:cNvPr id="250" name="Rectangle 249">
            <a:extLst>
              <a:ext uri="{FF2B5EF4-FFF2-40B4-BE49-F238E27FC236}">
                <a16:creationId xmlns:a16="http://schemas.microsoft.com/office/drawing/2014/main" id="{E5EAA305-7702-2BEA-6479-2AF54F0F5F77}"/>
              </a:ext>
            </a:extLst>
          </p:cNvPr>
          <p:cNvSpPr/>
          <p:nvPr/>
        </p:nvSpPr>
        <p:spPr>
          <a:xfrm>
            <a:off x="4161967" y="687435"/>
            <a:ext cx="6647928" cy="22526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2" name="Title 1">
            <a:extLst>
              <a:ext uri="{FF2B5EF4-FFF2-40B4-BE49-F238E27FC236}">
                <a16:creationId xmlns:a16="http://schemas.microsoft.com/office/drawing/2014/main" id="{C30C62AE-B9DE-A8DF-D382-D60EB17A14C9}"/>
              </a:ext>
            </a:extLst>
          </p:cNvPr>
          <p:cNvSpPr>
            <a:spLocks noGrp="1"/>
          </p:cNvSpPr>
          <p:nvPr>
            <p:ph type="title"/>
          </p:nvPr>
        </p:nvSpPr>
        <p:spPr>
          <a:xfrm>
            <a:off x="277201" y="-4973"/>
            <a:ext cx="11097043" cy="625248"/>
          </a:xfrm>
        </p:spPr>
        <p:txBody>
          <a:bodyPr/>
          <a:lstStyle/>
          <a:p>
            <a:r>
              <a:rPr lang="en-US" sz="2100" dirty="0"/>
              <a:t>Reference Architecture Pattern for </a:t>
            </a:r>
            <a:r>
              <a:rPr lang="en-US" sz="2100" dirty="0" err="1"/>
              <a:t>GenAI</a:t>
            </a:r>
            <a:r>
              <a:rPr lang="en-US" sz="2100" dirty="0"/>
              <a:t> with RAG on Azure Databricks</a:t>
            </a:r>
          </a:p>
        </p:txBody>
      </p:sp>
      <p:sp>
        <p:nvSpPr>
          <p:cNvPr id="27" name="Right Arrow 26">
            <a:extLst>
              <a:ext uri="{FF2B5EF4-FFF2-40B4-BE49-F238E27FC236}">
                <a16:creationId xmlns:a16="http://schemas.microsoft.com/office/drawing/2014/main" id="{93798C3E-D08F-C9A9-62C0-B6AF712B99F6}"/>
              </a:ext>
            </a:extLst>
          </p:cNvPr>
          <p:cNvSpPr/>
          <p:nvPr/>
        </p:nvSpPr>
        <p:spPr>
          <a:xfrm>
            <a:off x="1146297" y="4692883"/>
            <a:ext cx="328306" cy="174125"/>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28" name="TextBox 27">
            <a:extLst>
              <a:ext uri="{FF2B5EF4-FFF2-40B4-BE49-F238E27FC236}">
                <a16:creationId xmlns:a16="http://schemas.microsoft.com/office/drawing/2014/main" id="{97400A41-2E26-3FA3-C70C-C06370B7AEC9}"/>
              </a:ext>
            </a:extLst>
          </p:cNvPr>
          <p:cNvSpPr txBox="1"/>
          <p:nvPr/>
        </p:nvSpPr>
        <p:spPr>
          <a:xfrm>
            <a:off x="1002379" y="4450884"/>
            <a:ext cx="559602" cy="246221"/>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ptos" panose="020B0004020202020204" pitchFamily="34" charset="0"/>
              </a:rPr>
              <a:t>Batch</a:t>
            </a:r>
          </a:p>
        </p:txBody>
      </p:sp>
      <p:sp>
        <p:nvSpPr>
          <p:cNvPr id="29" name="TextBox 28">
            <a:extLst>
              <a:ext uri="{FF2B5EF4-FFF2-40B4-BE49-F238E27FC236}">
                <a16:creationId xmlns:a16="http://schemas.microsoft.com/office/drawing/2014/main" id="{EC33C242-D7B4-34CE-0B7C-3F473334CAC0}"/>
              </a:ext>
            </a:extLst>
          </p:cNvPr>
          <p:cNvSpPr txBox="1"/>
          <p:nvPr/>
        </p:nvSpPr>
        <p:spPr>
          <a:xfrm>
            <a:off x="994370" y="4795175"/>
            <a:ext cx="559602" cy="400110"/>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ptos" panose="020B0004020202020204" pitchFamily="34" charset="0"/>
              </a:rPr>
              <a:t>Real-time</a:t>
            </a:r>
          </a:p>
        </p:txBody>
      </p:sp>
      <p:sp>
        <p:nvSpPr>
          <p:cNvPr id="90" name="Rectangle 89">
            <a:extLst>
              <a:ext uri="{FF2B5EF4-FFF2-40B4-BE49-F238E27FC236}">
                <a16:creationId xmlns:a16="http://schemas.microsoft.com/office/drawing/2014/main" id="{13F8B02F-4276-74E3-7DC7-6539BCA28D17}"/>
              </a:ext>
            </a:extLst>
          </p:cNvPr>
          <p:cNvSpPr/>
          <p:nvPr/>
        </p:nvSpPr>
        <p:spPr>
          <a:xfrm>
            <a:off x="4161966" y="539865"/>
            <a:ext cx="6670820" cy="2315434"/>
          </a:xfrm>
          <a:prstGeom prst="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Aptos" panose="020B0004020202020204" pitchFamily="34" charset="0"/>
            </a:endParaRPr>
          </a:p>
        </p:txBody>
      </p:sp>
      <p:sp>
        <p:nvSpPr>
          <p:cNvPr id="340" name="TextBox 339">
            <a:extLst>
              <a:ext uri="{FF2B5EF4-FFF2-40B4-BE49-F238E27FC236}">
                <a16:creationId xmlns:a16="http://schemas.microsoft.com/office/drawing/2014/main" id="{48F92DB5-D8C5-937C-DCD9-ED7ADACCFF90}"/>
              </a:ext>
            </a:extLst>
          </p:cNvPr>
          <p:cNvSpPr txBox="1"/>
          <p:nvPr/>
        </p:nvSpPr>
        <p:spPr>
          <a:xfrm>
            <a:off x="4285095" y="522640"/>
            <a:ext cx="1671010" cy="194716"/>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ptos" panose="020B0004020202020204" pitchFamily="34" charset="0"/>
              </a:rPr>
              <a:t>Azure Databricks Workspace</a:t>
            </a:r>
          </a:p>
        </p:txBody>
      </p:sp>
      <p:sp>
        <p:nvSpPr>
          <p:cNvPr id="365" name="Rectangle 364">
            <a:extLst>
              <a:ext uri="{FF2B5EF4-FFF2-40B4-BE49-F238E27FC236}">
                <a16:creationId xmlns:a16="http://schemas.microsoft.com/office/drawing/2014/main" id="{0078A18B-888D-EFEC-2CF9-B2B2EA957FAD}"/>
              </a:ext>
            </a:extLst>
          </p:cNvPr>
          <p:cNvSpPr/>
          <p:nvPr/>
        </p:nvSpPr>
        <p:spPr>
          <a:xfrm>
            <a:off x="1386341" y="3332410"/>
            <a:ext cx="4480725" cy="2708190"/>
          </a:xfrm>
          <a:prstGeom prst="rect">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371" name="Rectangle 370">
            <a:extLst>
              <a:ext uri="{FF2B5EF4-FFF2-40B4-BE49-F238E27FC236}">
                <a16:creationId xmlns:a16="http://schemas.microsoft.com/office/drawing/2014/main" id="{02786533-D893-12E5-6F55-8E5C5062A35E}"/>
              </a:ext>
            </a:extLst>
          </p:cNvPr>
          <p:cNvSpPr/>
          <p:nvPr/>
        </p:nvSpPr>
        <p:spPr>
          <a:xfrm>
            <a:off x="506921" y="6057087"/>
            <a:ext cx="10382622" cy="151520"/>
          </a:xfrm>
          <a:prstGeom prst="rect">
            <a:avLst/>
          </a:prstGeom>
          <a:solidFill>
            <a:srgbClr val="86EAE9"/>
          </a:solidFill>
          <a:ln w="3175"/>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0B0004020202020204" pitchFamily="34" charset="0"/>
              </a:rPr>
              <a:t>Foundational Cross Cutting Services</a:t>
            </a:r>
          </a:p>
        </p:txBody>
      </p:sp>
      <p:sp>
        <p:nvSpPr>
          <p:cNvPr id="417" name="TextBox 416">
            <a:extLst>
              <a:ext uri="{FF2B5EF4-FFF2-40B4-BE49-F238E27FC236}">
                <a16:creationId xmlns:a16="http://schemas.microsoft.com/office/drawing/2014/main" id="{3EE224B4-6FD9-1508-8F95-8610F4692D86}"/>
              </a:ext>
            </a:extLst>
          </p:cNvPr>
          <p:cNvSpPr txBox="1"/>
          <p:nvPr/>
        </p:nvSpPr>
        <p:spPr>
          <a:xfrm>
            <a:off x="9739423" y="6432694"/>
            <a:ext cx="0" cy="0"/>
          </a:xfrm>
          <a:prstGeom prst="rect">
            <a:avLst/>
          </a:prstGeom>
          <a:noFill/>
        </p:spPr>
        <p:txBody>
          <a:bodyPr wrap="non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ptos" panose="020B0004020202020204" pitchFamily="34" charset="0"/>
            </a:endParaRPr>
          </a:p>
        </p:txBody>
      </p:sp>
      <p:grpSp>
        <p:nvGrpSpPr>
          <p:cNvPr id="23" name="Group 22">
            <a:extLst>
              <a:ext uri="{FF2B5EF4-FFF2-40B4-BE49-F238E27FC236}">
                <a16:creationId xmlns:a16="http://schemas.microsoft.com/office/drawing/2014/main" id="{8AA23828-D71D-0FE0-E267-A8F49022555C}"/>
              </a:ext>
            </a:extLst>
          </p:cNvPr>
          <p:cNvGrpSpPr/>
          <p:nvPr/>
        </p:nvGrpSpPr>
        <p:grpSpPr>
          <a:xfrm>
            <a:off x="1428975" y="4472037"/>
            <a:ext cx="3246450" cy="1246958"/>
            <a:chOff x="1610648" y="4054409"/>
            <a:chExt cx="3518719" cy="1584068"/>
          </a:xfrm>
        </p:grpSpPr>
        <p:grpSp>
          <p:nvGrpSpPr>
            <p:cNvPr id="4" name="Group 3">
              <a:extLst>
                <a:ext uri="{FF2B5EF4-FFF2-40B4-BE49-F238E27FC236}">
                  <a16:creationId xmlns:a16="http://schemas.microsoft.com/office/drawing/2014/main" id="{544FB63E-8723-F539-B206-F10D0A50A739}"/>
                </a:ext>
              </a:extLst>
            </p:cNvPr>
            <p:cNvGrpSpPr/>
            <p:nvPr/>
          </p:nvGrpSpPr>
          <p:grpSpPr>
            <a:xfrm>
              <a:off x="1719421" y="4334957"/>
              <a:ext cx="3409946" cy="1068435"/>
              <a:chOff x="3913488" y="2594594"/>
              <a:chExt cx="4142127" cy="1068435"/>
            </a:xfrm>
          </p:grpSpPr>
          <p:sp>
            <p:nvSpPr>
              <p:cNvPr id="5" name="Rectangle 4">
                <a:extLst>
                  <a:ext uri="{FF2B5EF4-FFF2-40B4-BE49-F238E27FC236}">
                    <a16:creationId xmlns:a16="http://schemas.microsoft.com/office/drawing/2014/main" id="{9E49F9E2-9536-ACE0-33C3-5A6178094A4C}"/>
                  </a:ext>
                </a:extLst>
              </p:cNvPr>
              <p:cNvSpPr/>
              <p:nvPr/>
            </p:nvSpPr>
            <p:spPr>
              <a:xfrm>
                <a:off x="3913488" y="2594594"/>
                <a:ext cx="4142127" cy="1068435"/>
              </a:xfrm>
              <a:prstGeom prst="rect">
                <a:avLst/>
              </a:prstGeom>
              <a:solidFill>
                <a:schemeClr val="bg1">
                  <a:lumMod val="95000"/>
                </a:schemeClr>
              </a:solidFill>
              <a:ln w="2857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091" b="0" i="0" u="none" strike="noStrike" kern="1200" cap="none" spc="0" normalizeH="0" baseline="0" noProof="0">
                  <a:ln>
                    <a:noFill/>
                  </a:ln>
                  <a:solidFill>
                    <a:srgbClr val="000000"/>
                  </a:solidFill>
                  <a:effectLst/>
                  <a:uLnTx/>
                  <a:uFillTx/>
                  <a:latin typeface="Aptos" panose="020B0004020202020204" pitchFamily="34" charset="0"/>
                </a:endParaRPr>
              </a:p>
            </p:txBody>
          </p:sp>
          <p:pic>
            <p:nvPicPr>
              <p:cNvPr id="6" name="Graphic 5">
                <a:extLst>
                  <a:ext uri="{FF2B5EF4-FFF2-40B4-BE49-F238E27FC236}">
                    <a16:creationId xmlns:a16="http://schemas.microsoft.com/office/drawing/2014/main" id="{E06245D0-7F6C-C977-57E6-39F24FDA21F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58561" y="2724729"/>
                <a:ext cx="568606" cy="568606"/>
              </a:xfrm>
              <a:prstGeom prst="rect">
                <a:avLst/>
              </a:prstGeom>
            </p:spPr>
          </p:pic>
          <p:pic>
            <p:nvPicPr>
              <p:cNvPr id="7" name="Graphic 6">
                <a:extLst>
                  <a:ext uri="{FF2B5EF4-FFF2-40B4-BE49-F238E27FC236}">
                    <a16:creationId xmlns:a16="http://schemas.microsoft.com/office/drawing/2014/main" id="{47AC4A2A-F8A4-44DC-E71E-29DEB0D26D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35779" y="2724729"/>
                <a:ext cx="568606" cy="568606"/>
              </a:xfrm>
              <a:prstGeom prst="rect">
                <a:avLst/>
              </a:prstGeom>
            </p:spPr>
          </p:pic>
          <p:pic>
            <p:nvPicPr>
              <p:cNvPr id="8" name="Graphic 7">
                <a:extLst>
                  <a:ext uri="{FF2B5EF4-FFF2-40B4-BE49-F238E27FC236}">
                    <a16:creationId xmlns:a16="http://schemas.microsoft.com/office/drawing/2014/main" id="{F317D09B-339A-A44F-8CE2-637187E7D5F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45913" y="2724729"/>
                <a:ext cx="568606" cy="568606"/>
              </a:xfrm>
              <a:prstGeom prst="rect">
                <a:avLst/>
              </a:prstGeom>
            </p:spPr>
          </p:pic>
          <p:pic>
            <p:nvPicPr>
              <p:cNvPr id="9" name="Graphic 8">
                <a:extLst>
                  <a:ext uri="{FF2B5EF4-FFF2-40B4-BE49-F238E27FC236}">
                    <a16:creationId xmlns:a16="http://schemas.microsoft.com/office/drawing/2014/main" id="{74BF38D1-F3A1-B5A4-203A-5522E589D9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77294" y="2720642"/>
                <a:ext cx="568606" cy="568606"/>
              </a:xfrm>
              <a:prstGeom prst="rect">
                <a:avLst/>
              </a:prstGeom>
            </p:spPr>
          </p:pic>
          <p:cxnSp>
            <p:nvCxnSpPr>
              <p:cNvPr id="10" name="Straight Arrow Connector 9">
                <a:extLst>
                  <a:ext uri="{FF2B5EF4-FFF2-40B4-BE49-F238E27FC236}">
                    <a16:creationId xmlns:a16="http://schemas.microsoft.com/office/drawing/2014/main" id="{27A439D7-5DC4-1804-3A98-3FF06CAD833C}"/>
                  </a:ext>
                </a:extLst>
              </p:cNvPr>
              <p:cNvCxnSpPr>
                <a:cxnSpLocks/>
              </p:cNvCxnSpPr>
              <p:nvPr/>
            </p:nvCxnSpPr>
            <p:spPr>
              <a:xfrm>
                <a:off x="4923926" y="3033640"/>
                <a:ext cx="4118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57387E3-16A1-B16F-F2E8-9AB96F2EF9AF}"/>
                  </a:ext>
                </a:extLst>
              </p:cNvPr>
              <p:cNvCxnSpPr>
                <a:cxnSpLocks/>
              </p:cNvCxnSpPr>
              <p:nvPr/>
            </p:nvCxnSpPr>
            <p:spPr>
              <a:xfrm>
                <a:off x="5903523" y="3033640"/>
                <a:ext cx="4118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6A6B7959-C472-6786-14C0-C097A3274227}"/>
                  </a:ext>
                </a:extLst>
              </p:cNvPr>
              <p:cNvCxnSpPr>
                <a:cxnSpLocks/>
              </p:cNvCxnSpPr>
              <p:nvPr/>
            </p:nvCxnSpPr>
            <p:spPr>
              <a:xfrm>
                <a:off x="6810773" y="3048383"/>
                <a:ext cx="4118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DF44573-7820-FDBB-619C-978116D9ECF2}"/>
                  </a:ext>
                </a:extLst>
              </p:cNvPr>
              <p:cNvSpPr txBox="1"/>
              <p:nvPr/>
            </p:nvSpPr>
            <p:spPr>
              <a:xfrm>
                <a:off x="4353430" y="3192124"/>
                <a:ext cx="559602" cy="303012"/>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Raw</a:t>
                </a:r>
              </a:p>
            </p:txBody>
          </p:sp>
          <p:sp>
            <p:nvSpPr>
              <p:cNvPr id="14" name="TextBox 13">
                <a:extLst>
                  <a:ext uri="{FF2B5EF4-FFF2-40B4-BE49-F238E27FC236}">
                    <a16:creationId xmlns:a16="http://schemas.microsoft.com/office/drawing/2014/main" id="{D5E33E2A-C641-53C5-6F05-564BF5D0C866}"/>
                  </a:ext>
                </a:extLst>
              </p:cNvPr>
              <p:cNvSpPr txBox="1"/>
              <p:nvPr/>
            </p:nvSpPr>
            <p:spPr>
              <a:xfrm>
                <a:off x="5159370" y="3188095"/>
                <a:ext cx="921423" cy="303012"/>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Cleansed</a:t>
                </a:r>
              </a:p>
            </p:txBody>
          </p:sp>
          <p:sp>
            <p:nvSpPr>
              <p:cNvPr id="15" name="TextBox 14">
                <a:extLst>
                  <a:ext uri="{FF2B5EF4-FFF2-40B4-BE49-F238E27FC236}">
                    <a16:creationId xmlns:a16="http://schemas.microsoft.com/office/drawing/2014/main" id="{11798EF9-7085-3DB0-D3B1-129F1FE7BEE9}"/>
                  </a:ext>
                </a:extLst>
              </p:cNvPr>
              <p:cNvSpPr txBox="1"/>
              <p:nvPr/>
            </p:nvSpPr>
            <p:spPr>
              <a:xfrm>
                <a:off x="6069503" y="3170859"/>
                <a:ext cx="921423" cy="303012"/>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Curated</a:t>
                </a:r>
              </a:p>
            </p:txBody>
          </p:sp>
          <p:sp>
            <p:nvSpPr>
              <p:cNvPr id="16" name="TextBox 15">
                <a:extLst>
                  <a:ext uri="{FF2B5EF4-FFF2-40B4-BE49-F238E27FC236}">
                    <a16:creationId xmlns:a16="http://schemas.microsoft.com/office/drawing/2014/main" id="{C18DDBED-10D7-2B51-E449-107436693D6D}"/>
                  </a:ext>
                </a:extLst>
              </p:cNvPr>
              <p:cNvSpPr txBox="1"/>
              <p:nvPr/>
            </p:nvSpPr>
            <p:spPr>
              <a:xfrm>
                <a:off x="7080842" y="3185928"/>
                <a:ext cx="908186" cy="303012"/>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Semantic</a:t>
                </a:r>
              </a:p>
            </p:txBody>
          </p:sp>
        </p:grpSp>
        <p:sp>
          <p:nvSpPr>
            <p:cNvPr id="127" name="TextBox 126">
              <a:extLst>
                <a:ext uri="{FF2B5EF4-FFF2-40B4-BE49-F238E27FC236}">
                  <a16:creationId xmlns:a16="http://schemas.microsoft.com/office/drawing/2014/main" id="{E82E6E6C-1A8A-85AB-EFBD-7286399981BB}"/>
                </a:ext>
              </a:extLst>
            </p:cNvPr>
            <p:cNvSpPr txBox="1"/>
            <p:nvPr/>
          </p:nvSpPr>
          <p:spPr>
            <a:xfrm>
              <a:off x="1610648" y="4054409"/>
              <a:ext cx="626661" cy="246027"/>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ptos" panose="020B0004020202020204" pitchFamily="34" charset="0"/>
                </a:rPr>
                <a:t>EDP</a:t>
              </a:r>
            </a:p>
          </p:txBody>
        </p:sp>
        <p:cxnSp>
          <p:nvCxnSpPr>
            <p:cNvPr id="80" name="Straight Arrow Connector 79">
              <a:extLst>
                <a:ext uri="{FF2B5EF4-FFF2-40B4-BE49-F238E27FC236}">
                  <a16:creationId xmlns:a16="http://schemas.microsoft.com/office/drawing/2014/main" id="{CBE37CBF-B913-EF69-036E-69BF136BEF54}"/>
                </a:ext>
              </a:extLst>
            </p:cNvPr>
            <p:cNvCxnSpPr>
              <a:cxnSpLocks/>
            </p:cNvCxnSpPr>
            <p:nvPr/>
          </p:nvCxnSpPr>
          <p:spPr>
            <a:xfrm>
              <a:off x="2039932" y="5406836"/>
              <a:ext cx="0" cy="22172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85AC308A-9435-3D66-CC84-0987AD6C1C7F}"/>
                </a:ext>
              </a:extLst>
            </p:cNvPr>
            <p:cNvCxnSpPr>
              <a:cxnSpLocks/>
            </p:cNvCxnSpPr>
            <p:nvPr/>
          </p:nvCxnSpPr>
          <p:spPr>
            <a:xfrm>
              <a:off x="3259328" y="5416751"/>
              <a:ext cx="0" cy="22172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40" name="Group 139">
            <a:extLst>
              <a:ext uri="{FF2B5EF4-FFF2-40B4-BE49-F238E27FC236}">
                <a16:creationId xmlns:a16="http://schemas.microsoft.com/office/drawing/2014/main" id="{157143D6-6227-AC8F-6147-3C27EE9A3E6D}"/>
              </a:ext>
            </a:extLst>
          </p:cNvPr>
          <p:cNvGrpSpPr/>
          <p:nvPr/>
        </p:nvGrpSpPr>
        <p:grpSpPr>
          <a:xfrm>
            <a:off x="10914246" y="2331353"/>
            <a:ext cx="179293" cy="194098"/>
            <a:chOff x="7644823" y="2887230"/>
            <a:chExt cx="179293" cy="194098"/>
          </a:xfrm>
        </p:grpSpPr>
        <p:sp>
          <p:nvSpPr>
            <p:cNvPr id="141" name="Flowchart: Connector 34">
              <a:extLst>
                <a:ext uri="{FF2B5EF4-FFF2-40B4-BE49-F238E27FC236}">
                  <a16:creationId xmlns:a16="http://schemas.microsoft.com/office/drawing/2014/main" id="{7414E609-51E2-36DB-A8A4-8A68EDCD3311}"/>
                </a:ext>
              </a:extLst>
            </p:cNvPr>
            <p:cNvSpPr/>
            <p:nvPr/>
          </p:nvSpPr>
          <p:spPr>
            <a:xfrm>
              <a:off x="7644824" y="2887230"/>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142" name="TextBox 141">
              <a:extLst>
                <a:ext uri="{FF2B5EF4-FFF2-40B4-BE49-F238E27FC236}">
                  <a16:creationId xmlns:a16="http://schemas.microsoft.com/office/drawing/2014/main" id="{4733DD4D-8081-B733-08E9-277F206B4FFB}"/>
                </a:ext>
              </a:extLst>
            </p:cNvPr>
            <p:cNvSpPr txBox="1"/>
            <p:nvPr/>
          </p:nvSpPr>
          <p:spPr>
            <a:xfrm>
              <a:off x="7644823" y="2888003"/>
              <a:ext cx="179292" cy="193325"/>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lang="en-US" sz="1100">
                  <a:solidFill>
                    <a:srgbClr val="FFFFFF"/>
                  </a:solidFill>
                  <a:latin typeface="Aptos" panose="020B0004020202020204" pitchFamily="34" charset="0"/>
                </a:rPr>
                <a:t>11</a:t>
              </a:r>
              <a:endParaRPr kumimoji="0" lang="en-US" sz="1100" b="0" i="0" u="none" strike="noStrike" kern="1200" cap="none" spc="0" normalizeH="0" baseline="0" noProof="0">
                <a:ln>
                  <a:noFill/>
                </a:ln>
                <a:solidFill>
                  <a:srgbClr val="FFFFFF"/>
                </a:solidFill>
                <a:effectLst/>
                <a:uLnTx/>
                <a:uFillTx/>
                <a:latin typeface="Aptos" panose="020B0004020202020204" pitchFamily="34" charset="0"/>
              </a:endParaRPr>
            </a:p>
          </p:txBody>
        </p:sp>
      </p:grpSp>
      <p:sp>
        <p:nvSpPr>
          <p:cNvPr id="164" name="Rounded Rectangle 163">
            <a:extLst>
              <a:ext uri="{FF2B5EF4-FFF2-40B4-BE49-F238E27FC236}">
                <a16:creationId xmlns:a16="http://schemas.microsoft.com/office/drawing/2014/main" id="{1E8718A1-303E-AEEF-002C-2F4D19FCB060}"/>
              </a:ext>
            </a:extLst>
          </p:cNvPr>
          <p:cNvSpPr/>
          <p:nvPr/>
        </p:nvSpPr>
        <p:spPr>
          <a:xfrm>
            <a:off x="64842" y="4099157"/>
            <a:ext cx="1048283" cy="159116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ptos" panose="020B0004020202020204" pitchFamily="34" charset="0"/>
              </a:rPr>
              <a:t>Data Sources</a:t>
            </a:r>
            <a:br>
              <a:rPr kumimoji="0" lang="en-US" sz="1000" b="0" i="0" u="none" strike="noStrike" kern="1200" cap="none" spc="0" normalizeH="0" baseline="0" noProof="0">
                <a:ln>
                  <a:noFill/>
                </a:ln>
                <a:solidFill>
                  <a:srgbClr val="000000"/>
                </a:solidFill>
                <a:effectLst/>
                <a:uLnTx/>
                <a:uFillTx/>
                <a:latin typeface="Aptos" panose="020B0004020202020204" pitchFamily="34" charset="0"/>
              </a:rPr>
            </a:br>
            <a:r>
              <a:rPr kumimoji="0" lang="en-US" sz="1000" b="0" i="0" u="none" strike="noStrike" kern="1200" cap="none" spc="0" normalizeH="0" baseline="0" noProof="0">
                <a:ln>
                  <a:noFill/>
                </a:ln>
                <a:solidFill>
                  <a:srgbClr val="000000"/>
                </a:solidFill>
                <a:effectLst/>
                <a:uLnTx/>
                <a:uFillTx/>
                <a:latin typeface="Aptos" panose="020B0004020202020204" pitchFamily="34" charset="0"/>
              </a:rPr>
              <a:t>(Structured, Semi-Structured, Unstructured, Binary)</a:t>
            </a:r>
          </a:p>
        </p:txBody>
      </p:sp>
      <p:sp>
        <p:nvSpPr>
          <p:cNvPr id="30" name="TextBox 29">
            <a:extLst>
              <a:ext uri="{FF2B5EF4-FFF2-40B4-BE49-F238E27FC236}">
                <a16:creationId xmlns:a16="http://schemas.microsoft.com/office/drawing/2014/main" id="{A1DC484E-34A9-956C-C5E6-A177F563F739}"/>
              </a:ext>
            </a:extLst>
          </p:cNvPr>
          <p:cNvSpPr txBox="1"/>
          <p:nvPr/>
        </p:nvSpPr>
        <p:spPr>
          <a:xfrm>
            <a:off x="1303327" y="3260499"/>
            <a:ext cx="1780702" cy="335035"/>
          </a:xfrm>
          <a:prstGeom prst="rect">
            <a:avLst/>
          </a:prstGeom>
          <a:noFill/>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lang="en-US" sz="1000" b="1">
                <a:solidFill>
                  <a:srgbClr val="000000"/>
                </a:solidFill>
                <a:latin typeface="Aptos" panose="020B0004020202020204" pitchFamily="34" charset="0"/>
              </a:rPr>
              <a:t>SW Azure subscription</a:t>
            </a:r>
          </a:p>
        </p:txBody>
      </p:sp>
      <p:pic>
        <p:nvPicPr>
          <p:cNvPr id="47" name="Graphic 46">
            <a:extLst>
              <a:ext uri="{FF2B5EF4-FFF2-40B4-BE49-F238E27FC236}">
                <a16:creationId xmlns:a16="http://schemas.microsoft.com/office/drawing/2014/main" id="{E3A6DD16-3B5A-60E5-2764-A8A1AD848D1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98294" y="3361688"/>
            <a:ext cx="144436" cy="144436"/>
          </a:xfrm>
          <a:prstGeom prst="rect">
            <a:avLst/>
          </a:prstGeom>
        </p:spPr>
      </p:pic>
      <p:sp>
        <p:nvSpPr>
          <p:cNvPr id="48" name="Rectangle 47">
            <a:extLst>
              <a:ext uri="{FF2B5EF4-FFF2-40B4-BE49-F238E27FC236}">
                <a16:creationId xmlns:a16="http://schemas.microsoft.com/office/drawing/2014/main" id="{1A2D1AA9-E3DC-093F-5246-87A7A82DFAA6}"/>
              </a:ext>
            </a:extLst>
          </p:cNvPr>
          <p:cNvSpPr/>
          <p:nvPr/>
        </p:nvSpPr>
        <p:spPr>
          <a:xfrm>
            <a:off x="506920" y="463954"/>
            <a:ext cx="10382621" cy="2668891"/>
          </a:xfrm>
          <a:prstGeom prst="rect">
            <a:avLst/>
          </a:prstGeom>
          <a:noFill/>
          <a:ln>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54" name="TextBox 53">
            <a:extLst>
              <a:ext uri="{FF2B5EF4-FFF2-40B4-BE49-F238E27FC236}">
                <a16:creationId xmlns:a16="http://schemas.microsoft.com/office/drawing/2014/main" id="{74D18A3F-3B2F-26F2-D937-E17A4F2A14E2}"/>
              </a:ext>
            </a:extLst>
          </p:cNvPr>
          <p:cNvSpPr txBox="1"/>
          <p:nvPr/>
        </p:nvSpPr>
        <p:spPr>
          <a:xfrm>
            <a:off x="1512490" y="352400"/>
            <a:ext cx="1929431" cy="335035"/>
          </a:xfrm>
          <a:prstGeom prst="rect">
            <a:avLst/>
          </a:prstGeom>
          <a:noFill/>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ptos" panose="020B0004020202020204" pitchFamily="34" charset="0"/>
              </a:rPr>
              <a:t>SW’s Azure Databricks account</a:t>
            </a:r>
          </a:p>
        </p:txBody>
      </p:sp>
      <p:pic>
        <p:nvPicPr>
          <p:cNvPr id="55" name="Graphic 54">
            <a:extLst>
              <a:ext uri="{FF2B5EF4-FFF2-40B4-BE49-F238E27FC236}">
                <a16:creationId xmlns:a16="http://schemas.microsoft.com/office/drawing/2014/main" id="{7A754828-CFED-A90D-6E9C-27048B8A773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19999" y="463954"/>
            <a:ext cx="144436" cy="144436"/>
          </a:xfrm>
          <a:prstGeom prst="rect">
            <a:avLst/>
          </a:prstGeom>
        </p:spPr>
      </p:pic>
      <p:pic>
        <p:nvPicPr>
          <p:cNvPr id="61" name="Graphic 60">
            <a:extLst>
              <a:ext uri="{FF2B5EF4-FFF2-40B4-BE49-F238E27FC236}">
                <a16:creationId xmlns:a16="http://schemas.microsoft.com/office/drawing/2014/main" id="{9E7A73B6-40A3-7044-D76B-250DBFB4680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66856" y="537668"/>
            <a:ext cx="165281" cy="165281"/>
          </a:xfrm>
          <a:prstGeom prst="rect">
            <a:avLst/>
          </a:prstGeom>
        </p:spPr>
      </p:pic>
      <p:pic>
        <p:nvPicPr>
          <p:cNvPr id="65" name="Graphic 64" descr="Cube outline">
            <a:extLst>
              <a:ext uri="{FF2B5EF4-FFF2-40B4-BE49-F238E27FC236}">
                <a16:creationId xmlns:a16="http://schemas.microsoft.com/office/drawing/2014/main" id="{374983D3-7C7C-F04E-A2EE-552CD597EF0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040827" y="860049"/>
            <a:ext cx="343952" cy="343952"/>
          </a:xfrm>
          <a:prstGeom prst="rect">
            <a:avLst/>
          </a:prstGeom>
        </p:spPr>
      </p:pic>
      <p:sp>
        <p:nvSpPr>
          <p:cNvPr id="66" name="TextBox 65">
            <a:extLst>
              <a:ext uri="{FF2B5EF4-FFF2-40B4-BE49-F238E27FC236}">
                <a16:creationId xmlns:a16="http://schemas.microsoft.com/office/drawing/2014/main" id="{65CA23C4-A787-639D-16E8-D51FA43ADDE5}"/>
              </a:ext>
            </a:extLst>
          </p:cNvPr>
          <p:cNvSpPr txBox="1"/>
          <p:nvPr/>
        </p:nvSpPr>
        <p:spPr>
          <a:xfrm>
            <a:off x="1621237" y="1146809"/>
            <a:ext cx="1209762" cy="272443"/>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Databricks hosted Models</a:t>
            </a:r>
          </a:p>
        </p:txBody>
      </p:sp>
      <p:pic>
        <p:nvPicPr>
          <p:cNvPr id="76" name="Graphic 75" descr="Cube outline">
            <a:extLst>
              <a:ext uri="{FF2B5EF4-FFF2-40B4-BE49-F238E27FC236}">
                <a16:creationId xmlns:a16="http://schemas.microsoft.com/office/drawing/2014/main" id="{BF884F4E-69C0-0E33-40E0-C4122DBB34B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087736" y="806059"/>
            <a:ext cx="343952" cy="343952"/>
          </a:xfrm>
          <a:prstGeom prst="rect">
            <a:avLst/>
          </a:prstGeom>
        </p:spPr>
      </p:pic>
      <p:sp>
        <p:nvSpPr>
          <p:cNvPr id="77" name="TextBox 76">
            <a:extLst>
              <a:ext uri="{FF2B5EF4-FFF2-40B4-BE49-F238E27FC236}">
                <a16:creationId xmlns:a16="http://schemas.microsoft.com/office/drawing/2014/main" id="{5979D9BB-B28F-4435-75FE-D31973B42D8B}"/>
              </a:ext>
            </a:extLst>
          </p:cNvPr>
          <p:cNvSpPr txBox="1"/>
          <p:nvPr/>
        </p:nvSpPr>
        <p:spPr>
          <a:xfrm>
            <a:off x="2618900" y="1121719"/>
            <a:ext cx="1209762" cy="272443"/>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err="1">
                <a:ln>
                  <a:noFill/>
                </a:ln>
                <a:solidFill>
                  <a:srgbClr val="000000"/>
                </a:solidFill>
                <a:effectLst/>
                <a:uLnTx/>
                <a:uFillTx/>
                <a:latin typeface="Aptos" panose="020B0004020202020204" pitchFamily="34" charset="0"/>
              </a:rPr>
              <a:t>HuggingFace</a:t>
            </a:r>
            <a:r>
              <a:rPr kumimoji="0" lang="en-US" sz="950" b="0" i="0" u="none" strike="noStrike" kern="1200" cap="none" spc="0" normalizeH="0" baseline="0" noProof="0">
                <a:ln>
                  <a:noFill/>
                </a:ln>
                <a:solidFill>
                  <a:srgbClr val="000000"/>
                </a:solidFill>
                <a:effectLst/>
                <a:uLnTx/>
                <a:uFillTx/>
                <a:latin typeface="Aptos" panose="020B0004020202020204" pitchFamily="34" charset="0"/>
              </a:rPr>
              <a:t> Hub </a:t>
            </a:r>
          </a:p>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Models</a:t>
            </a:r>
          </a:p>
        </p:txBody>
      </p:sp>
      <p:sp>
        <p:nvSpPr>
          <p:cNvPr id="78" name="Rectangle 77">
            <a:extLst>
              <a:ext uri="{FF2B5EF4-FFF2-40B4-BE49-F238E27FC236}">
                <a16:creationId xmlns:a16="http://schemas.microsoft.com/office/drawing/2014/main" id="{E0B3BE52-6BFC-030C-8FF6-73C4A75B582A}"/>
              </a:ext>
            </a:extLst>
          </p:cNvPr>
          <p:cNvSpPr/>
          <p:nvPr/>
        </p:nvSpPr>
        <p:spPr>
          <a:xfrm>
            <a:off x="632907" y="649397"/>
            <a:ext cx="3056813" cy="8957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ptos" panose="020B0004020202020204" pitchFamily="34" charset="0"/>
              </a:rPr>
              <a:t>Model Catalog</a:t>
            </a:r>
          </a:p>
        </p:txBody>
      </p:sp>
      <p:sp>
        <p:nvSpPr>
          <p:cNvPr id="79" name="TextBox 78">
            <a:extLst>
              <a:ext uri="{FF2B5EF4-FFF2-40B4-BE49-F238E27FC236}">
                <a16:creationId xmlns:a16="http://schemas.microsoft.com/office/drawing/2014/main" id="{D86C911C-39AB-CB97-39A5-7E0AFE814BA5}"/>
              </a:ext>
            </a:extLst>
          </p:cNvPr>
          <p:cNvSpPr txBox="1"/>
          <p:nvPr/>
        </p:nvSpPr>
        <p:spPr>
          <a:xfrm>
            <a:off x="2198369" y="1622376"/>
            <a:ext cx="1083000" cy="230832"/>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Register &amp; Deploy</a:t>
            </a:r>
          </a:p>
        </p:txBody>
      </p:sp>
      <p:cxnSp>
        <p:nvCxnSpPr>
          <p:cNvPr id="81" name="Straight Arrow Connector 80">
            <a:extLst>
              <a:ext uri="{FF2B5EF4-FFF2-40B4-BE49-F238E27FC236}">
                <a16:creationId xmlns:a16="http://schemas.microsoft.com/office/drawing/2014/main" id="{FC001520-1FF4-471B-694F-95D3EA0C2D03}"/>
              </a:ext>
            </a:extLst>
          </p:cNvPr>
          <p:cNvCxnSpPr>
            <a:cxnSpLocks/>
          </p:cNvCxnSpPr>
          <p:nvPr/>
        </p:nvCxnSpPr>
        <p:spPr>
          <a:xfrm>
            <a:off x="2747969" y="1545112"/>
            <a:ext cx="0" cy="4219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1" name="Rectangle 260">
            <a:extLst>
              <a:ext uri="{FF2B5EF4-FFF2-40B4-BE49-F238E27FC236}">
                <a16:creationId xmlns:a16="http://schemas.microsoft.com/office/drawing/2014/main" id="{AFC6C5D0-D735-63B7-F12B-7DFE093754B5}"/>
              </a:ext>
            </a:extLst>
          </p:cNvPr>
          <p:cNvSpPr/>
          <p:nvPr/>
        </p:nvSpPr>
        <p:spPr>
          <a:xfrm>
            <a:off x="8406880" y="1892225"/>
            <a:ext cx="1169906" cy="5431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ptos" panose="020B0004020202020204" pitchFamily="34" charset="0"/>
              </a:rPr>
              <a:t>Input / Output Guardrails</a:t>
            </a:r>
            <a:endParaRPr kumimoji="0" lang="en-US" sz="800" b="0" i="0" u="none" strike="noStrike" kern="1200" cap="none" spc="0" normalizeH="0" baseline="0" noProof="0">
              <a:ln>
                <a:noFill/>
              </a:ln>
              <a:solidFill>
                <a:srgbClr val="000000"/>
              </a:solidFill>
              <a:effectLst/>
              <a:uLnTx/>
              <a:uFillTx/>
              <a:latin typeface="Aptos" panose="020B0004020202020204" pitchFamily="34" charset="0"/>
            </a:endParaRPr>
          </a:p>
        </p:txBody>
      </p:sp>
      <p:cxnSp>
        <p:nvCxnSpPr>
          <p:cNvPr id="263" name="Straight Arrow Connector 262">
            <a:extLst>
              <a:ext uri="{FF2B5EF4-FFF2-40B4-BE49-F238E27FC236}">
                <a16:creationId xmlns:a16="http://schemas.microsoft.com/office/drawing/2014/main" id="{9442BA4A-9665-DD3F-BB37-BC075C1738FE}"/>
              </a:ext>
            </a:extLst>
          </p:cNvPr>
          <p:cNvCxnSpPr>
            <a:cxnSpLocks/>
          </p:cNvCxnSpPr>
          <p:nvPr/>
        </p:nvCxnSpPr>
        <p:spPr>
          <a:xfrm flipH="1">
            <a:off x="10594497" y="2034597"/>
            <a:ext cx="577218" cy="1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E7D5747F-044F-0482-100F-971B9E129966}"/>
              </a:ext>
            </a:extLst>
          </p:cNvPr>
          <p:cNvCxnSpPr>
            <a:cxnSpLocks/>
          </p:cNvCxnSpPr>
          <p:nvPr/>
        </p:nvCxnSpPr>
        <p:spPr>
          <a:xfrm>
            <a:off x="10594497" y="2265598"/>
            <a:ext cx="62354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Straight Arrow Connector 265">
            <a:extLst>
              <a:ext uri="{FF2B5EF4-FFF2-40B4-BE49-F238E27FC236}">
                <a16:creationId xmlns:a16="http://schemas.microsoft.com/office/drawing/2014/main" id="{E7BE7B5D-3FB2-2844-8D73-05B1F9E28AE2}"/>
              </a:ext>
            </a:extLst>
          </p:cNvPr>
          <p:cNvCxnSpPr>
            <a:cxnSpLocks/>
          </p:cNvCxnSpPr>
          <p:nvPr/>
        </p:nvCxnSpPr>
        <p:spPr>
          <a:xfrm flipH="1">
            <a:off x="7358612" y="1998530"/>
            <a:ext cx="104826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11F26EC9-1871-AF7D-0303-07B7BEEE44D8}"/>
              </a:ext>
            </a:extLst>
          </p:cNvPr>
          <p:cNvCxnSpPr>
            <a:cxnSpLocks/>
          </p:cNvCxnSpPr>
          <p:nvPr/>
        </p:nvCxnSpPr>
        <p:spPr>
          <a:xfrm>
            <a:off x="7344936" y="2341621"/>
            <a:ext cx="10619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Elbow Connector 268">
            <a:extLst>
              <a:ext uri="{FF2B5EF4-FFF2-40B4-BE49-F238E27FC236}">
                <a16:creationId xmlns:a16="http://schemas.microsoft.com/office/drawing/2014/main" id="{1A85D0C5-8069-9EEB-C6D4-44BD70FAD249}"/>
              </a:ext>
            </a:extLst>
          </p:cNvPr>
          <p:cNvCxnSpPr>
            <a:cxnSpLocks/>
            <a:stCxn id="362" idx="2"/>
            <a:endCxn id="93" idx="0"/>
          </p:cNvCxnSpPr>
          <p:nvPr/>
        </p:nvCxnSpPr>
        <p:spPr>
          <a:xfrm rot="16200000" flipH="1">
            <a:off x="7101510" y="2050143"/>
            <a:ext cx="2031922" cy="326564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4" name="TextBox 273">
            <a:extLst>
              <a:ext uri="{FF2B5EF4-FFF2-40B4-BE49-F238E27FC236}">
                <a16:creationId xmlns:a16="http://schemas.microsoft.com/office/drawing/2014/main" id="{678A5EEF-56BB-71D7-3217-B9FD7C0BF5CB}"/>
              </a:ext>
            </a:extLst>
          </p:cNvPr>
          <p:cNvSpPr txBox="1"/>
          <p:nvPr/>
        </p:nvSpPr>
        <p:spPr>
          <a:xfrm>
            <a:off x="6867994" y="3544063"/>
            <a:ext cx="2940109" cy="141251"/>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Value &amp; Vector Similarity search based on query embedding</a:t>
            </a:r>
          </a:p>
        </p:txBody>
      </p:sp>
      <p:sp>
        <p:nvSpPr>
          <p:cNvPr id="275" name="TextBox 274">
            <a:extLst>
              <a:ext uri="{FF2B5EF4-FFF2-40B4-BE49-F238E27FC236}">
                <a16:creationId xmlns:a16="http://schemas.microsoft.com/office/drawing/2014/main" id="{390E436C-050E-DB42-C061-0078B2704876}"/>
              </a:ext>
            </a:extLst>
          </p:cNvPr>
          <p:cNvSpPr txBox="1"/>
          <p:nvPr/>
        </p:nvSpPr>
        <p:spPr>
          <a:xfrm>
            <a:off x="7289256" y="3301254"/>
            <a:ext cx="1273042" cy="203067"/>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Return ranked response</a:t>
            </a:r>
          </a:p>
        </p:txBody>
      </p:sp>
      <p:sp>
        <p:nvSpPr>
          <p:cNvPr id="276" name="TextBox 275">
            <a:extLst>
              <a:ext uri="{FF2B5EF4-FFF2-40B4-BE49-F238E27FC236}">
                <a16:creationId xmlns:a16="http://schemas.microsoft.com/office/drawing/2014/main" id="{814A2CB6-C34A-8139-EC38-D137E3BDAD9C}"/>
              </a:ext>
            </a:extLst>
          </p:cNvPr>
          <p:cNvSpPr txBox="1"/>
          <p:nvPr/>
        </p:nvSpPr>
        <p:spPr>
          <a:xfrm>
            <a:off x="4250028" y="1560463"/>
            <a:ext cx="1400346" cy="203067"/>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Generate query embedding</a:t>
            </a:r>
          </a:p>
        </p:txBody>
      </p:sp>
      <p:sp>
        <p:nvSpPr>
          <p:cNvPr id="277" name="TextBox 276">
            <a:extLst>
              <a:ext uri="{FF2B5EF4-FFF2-40B4-BE49-F238E27FC236}">
                <a16:creationId xmlns:a16="http://schemas.microsoft.com/office/drawing/2014/main" id="{44654FD8-4492-060B-1F58-9A607AA9028B}"/>
              </a:ext>
            </a:extLst>
          </p:cNvPr>
          <p:cNvSpPr txBox="1"/>
          <p:nvPr/>
        </p:nvSpPr>
        <p:spPr>
          <a:xfrm>
            <a:off x="3779967" y="2154049"/>
            <a:ext cx="1914491" cy="220672"/>
          </a:xfrm>
          <a:prstGeom prst="rect">
            <a:avLst/>
          </a:prstGeom>
          <a:noFill/>
          <a:ln>
            <a:noFill/>
          </a:ln>
        </p:spPr>
        <p:txBody>
          <a:bodyPr wrap="square" lIns="0" tIns="0" rIns="0" bIns="0" rtlCol="0" anchor="ctr" anchorCtr="0">
            <a:noAutofit/>
          </a:bodyPr>
          <a:lstStyle>
            <a:defPPr>
              <a:defRPr lang="en-US"/>
            </a:defPPr>
            <a:lvl1pPr algn="ctr">
              <a:defRPr sz="900">
                <a:latin typeface="Aptos" panose="020B0004020202020204" pitchFamily="34" charset="0"/>
              </a:defRPr>
            </a:lvl1p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rPr>
              <a:t>Prompt: Context + Query + Instruction</a:t>
            </a:r>
          </a:p>
        </p:txBody>
      </p:sp>
      <p:cxnSp>
        <p:nvCxnSpPr>
          <p:cNvPr id="278" name="Straight Arrow Connector 277">
            <a:extLst>
              <a:ext uri="{FF2B5EF4-FFF2-40B4-BE49-F238E27FC236}">
                <a16:creationId xmlns:a16="http://schemas.microsoft.com/office/drawing/2014/main" id="{24EB116D-D562-FCBE-CEB9-E02B6AD29C30}"/>
              </a:ext>
            </a:extLst>
          </p:cNvPr>
          <p:cNvCxnSpPr>
            <a:cxnSpLocks/>
          </p:cNvCxnSpPr>
          <p:nvPr/>
        </p:nvCxnSpPr>
        <p:spPr>
          <a:xfrm flipH="1">
            <a:off x="3710580" y="1749790"/>
            <a:ext cx="19499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CD2B07B5-E1E7-366A-177C-FFDC45EB02B4}"/>
              </a:ext>
            </a:extLst>
          </p:cNvPr>
          <p:cNvCxnSpPr>
            <a:cxnSpLocks/>
          </p:cNvCxnSpPr>
          <p:nvPr/>
        </p:nvCxnSpPr>
        <p:spPr>
          <a:xfrm>
            <a:off x="3700951" y="1988850"/>
            <a:ext cx="198590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Straight Arrow Connector 279">
            <a:extLst>
              <a:ext uri="{FF2B5EF4-FFF2-40B4-BE49-F238E27FC236}">
                <a16:creationId xmlns:a16="http://schemas.microsoft.com/office/drawing/2014/main" id="{3F3E1588-0204-2D0F-98BE-DA714503EAE1}"/>
              </a:ext>
            </a:extLst>
          </p:cNvPr>
          <p:cNvCxnSpPr>
            <a:cxnSpLocks/>
          </p:cNvCxnSpPr>
          <p:nvPr/>
        </p:nvCxnSpPr>
        <p:spPr>
          <a:xfrm flipH="1">
            <a:off x="3700474" y="2341621"/>
            <a:ext cx="19499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Straight Arrow Connector 280">
            <a:extLst>
              <a:ext uri="{FF2B5EF4-FFF2-40B4-BE49-F238E27FC236}">
                <a16:creationId xmlns:a16="http://schemas.microsoft.com/office/drawing/2014/main" id="{D2D454F1-359A-5AFD-E7A0-0ADD1CDD8CD2}"/>
              </a:ext>
            </a:extLst>
          </p:cNvPr>
          <p:cNvCxnSpPr>
            <a:cxnSpLocks/>
          </p:cNvCxnSpPr>
          <p:nvPr/>
        </p:nvCxnSpPr>
        <p:spPr>
          <a:xfrm>
            <a:off x="3690845" y="2580681"/>
            <a:ext cx="198590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F10D06AD-66A0-2C64-AA18-E1D123701E2C}"/>
              </a:ext>
            </a:extLst>
          </p:cNvPr>
          <p:cNvSpPr txBox="1"/>
          <p:nvPr/>
        </p:nvSpPr>
        <p:spPr>
          <a:xfrm>
            <a:off x="3868307" y="1957168"/>
            <a:ext cx="1400346" cy="203067"/>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Embedded query</a:t>
            </a:r>
          </a:p>
        </p:txBody>
      </p:sp>
      <p:sp>
        <p:nvSpPr>
          <p:cNvPr id="283" name="TextBox 282">
            <a:extLst>
              <a:ext uri="{FF2B5EF4-FFF2-40B4-BE49-F238E27FC236}">
                <a16:creationId xmlns:a16="http://schemas.microsoft.com/office/drawing/2014/main" id="{D4760FC1-0D16-E4E4-8A72-08FCBAA2964C}"/>
              </a:ext>
            </a:extLst>
          </p:cNvPr>
          <p:cNvSpPr txBox="1"/>
          <p:nvPr/>
        </p:nvSpPr>
        <p:spPr>
          <a:xfrm>
            <a:off x="4108482" y="2545809"/>
            <a:ext cx="1051552" cy="220658"/>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Generated response</a:t>
            </a:r>
          </a:p>
        </p:txBody>
      </p:sp>
      <p:cxnSp>
        <p:nvCxnSpPr>
          <p:cNvPr id="284" name="Straight Arrow Connector 283">
            <a:extLst>
              <a:ext uri="{FF2B5EF4-FFF2-40B4-BE49-F238E27FC236}">
                <a16:creationId xmlns:a16="http://schemas.microsoft.com/office/drawing/2014/main" id="{0C21A938-46E0-AD38-87C0-4A3B7A9CBF1F}"/>
              </a:ext>
            </a:extLst>
          </p:cNvPr>
          <p:cNvCxnSpPr>
            <a:cxnSpLocks/>
          </p:cNvCxnSpPr>
          <p:nvPr/>
        </p:nvCxnSpPr>
        <p:spPr>
          <a:xfrm flipH="1" flipV="1">
            <a:off x="9573242" y="1988522"/>
            <a:ext cx="396665" cy="693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5" name="Straight Arrow Connector 284">
            <a:extLst>
              <a:ext uri="{FF2B5EF4-FFF2-40B4-BE49-F238E27FC236}">
                <a16:creationId xmlns:a16="http://schemas.microsoft.com/office/drawing/2014/main" id="{3918A475-3867-58CD-BA91-8B32B3CA2068}"/>
              </a:ext>
            </a:extLst>
          </p:cNvPr>
          <p:cNvCxnSpPr>
            <a:cxnSpLocks/>
          </p:cNvCxnSpPr>
          <p:nvPr/>
        </p:nvCxnSpPr>
        <p:spPr>
          <a:xfrm>
            <a:off x="9599536" y="2359490"/>
            <a:ext cx="37592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0" name="TextBox 289">
            <a:extLst>
              <a:ext uri="{FF2B5EF4-FFF2-40B4-BE49-F238E27FC236}">
                <a16:creationId xmlns:a16="http://schemas.microsoft.com/office/drawing/2014/main" id="{6CB3BAB0-01C8-E8F5-681F-1387F268A1A9}"/>
              </a:ext>
            </a:extLst>
          </p:cNvPr>
          <p:cNvSpPr txBox="1"/>
          <p:nvPr/>
        </p:nvSpPr>
        <p:spPr>
          <a:xfrm>
            <a:off x="7325924" y="2304851"/>
            <a:ext cx="1051552" cy="220658"/>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Generated response</a:t>
            </a:r>
          </a:p>
        </p:txBody>
      </p:sp>
      <p:sp>
        <p:nvSpPr>
          <p:cNvPr id="291" name="TextBox 290">
            <a:extLst>
              <a:ext uri="{FF2B5EF4-FFF2-40B4-BE49-F238E27FC236}">
                <a16:creationId xmlns:a16="http://schemas.microsoft.com/office/drawing/2014/main" id="{DABCB134-2945-7EBB-E9F4-3D2E60B6E8AD}"/>
              </a:ext>
            </a:extLst>
          </p:cNvPr>
          <p:cNvSpPr txBox="1"/>
          <p:nvPr/>
        </p:nvSpPr>
        <p:spPr>
          <a:xfrm>
            <a:off x="9288696" y="2562446"/>
            <a:ext cx="1017434" cy="339882"/>
          </a:xfrm>
          <a:prstGeom prst="rect">
            <a:avLst/>
          </a:prstGeom>
          <a:noFill/>
          <a:ln>
            <a:noFill/>
          </a:ln>
        </p:spPr>
        <p:txBody>
          <a:bodyPr wrap="square" lIns="0" tIns="0" rIns="0" bIns="0" rtlCol="0" anchor="ctr" anchorCtr="0">
            <a:noAutofit/>
          </a:bodyPr>
          <a:lstStyle/>
          <a:p>
            <a:pPr marL="0" marR="0" lvl="0" indent="0" algn="l"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Verified generated response</a:t>
            </a:r>
          </a:p>
        </p:txBody>
      </p:sp>
      <p:sp>
        <p:nvSpPr>
          <p:cNvPr id="292" name="TextBox 291">
            <a:extLst>
              <a:ext uri="{FF2B5EF4-FFF2-40B4-BE49-F238E27FC236}">
                <a16:creationId xmlns:a16="http://schemas.microsoft.com/office/drawing/2014/main" id="{613642A9-8DDC-606D-4B89-85E7B941BD1D}"/>
              </a:ext>
            </a:extLst>
          </p:cNvPr>
          <p:cNvSpPr txBox="1"/>
          <p:nvPr/>
        </p:nvSpPr>
        <p:spPr>
          <a:xfrm>
            <a:off x="9512017" y="1824562"/>
            <a:ext cx="581442" cy="177843"/>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Query</a:t>
            </a:r>
          </a:p>
        </p:txBody>
      </p:sp>
      <p:sp>
        <p:nvSpPr>
          <p:cNvPr id="293" name="TextBox 292">
            <a:extLst>
              <a:ext uri="{FF2B5EF4-FFF2-40B4-BE49-F238E27FC236}">
                <a16:creationId xmlns:a16="http://schemas.microsoft.com/office/drawing/2014/main" id="{F9FCAA32-EDFC-D02C-4ECE-EEA6F544FD7F}"/>
              </a:ext>
            </a:extLst>
          </p:cNvPr>
          <p:cNvSpPr txBox="1"/>
          <p:nvPr/>
        </p:nvSpPr>
        <p:spPr>
          <a:xfrm>
            <a:off x="10688453" y="1849768"/>
            <a:ext cx="581442" cy="177843"/>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Query</a:t>
            </a:r>
          </a:p>
        </p:txBody>
      </p:sp>
      <p:sp>
        <p:nvSpPr>
          <p:cNvPr id="294" name="TextBox 293">
            <a:extLst>
              <a:ext uri="{FF2B5EF4-FFF2-40B4-BE49-F238E27FC236}">
                <a16:creationId xmlns:a16="http://schemas.microsoft.com/office/drawing/2014/main" id="{34D0242F-5E6B-6184-4F12-D2490B58F259}"/>
              </a:ext>
            </a:extLst>
          </p:cNvPr>
          <p:cNvSpPr txBox="1"/>
          <p:nvPr/>
        </p:nvSpPr>
        <p:spPr>
          <a:xfrm>
            <a:off x="7609644" y="1830248"/>
            <a:ext cx="810912" cy="200122"/>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Verified query</a:t>
            </a:r>
          </a:p>
        </p:txBody>
      </p:sp>
      <p:grpSp>
        <p:nvGrpSpPr>
          <p:cNvPr id="297" name="Group 296">
            <a:extLst>
              <a:ext uri="{FF2B5EF4-FFF2-40B4-BE49-F238E27FC236}">
                <a16:creationId xmlns:a16="http://schemas.microsoft.com/office/drawing/2014/main" id="{EACF9433-3370-8C91-BC94-F817A533C1D5}"/>
              </a:ext>
            </a:extLst>
          </p:cNvPr>
          <p:cNvGrpSpPr/>
          <p:nvPr/>
        </p:nvGrpSpPr>
        <p:grpSpPr>
          <a:xfrm>
            <a:off x="7906198" y="1100563"/>
            <a:ext cx="1367259" cy="416155"/>
            <a:chOff x="9134726" y="199429"/>
            <a:chExt cx="1367259" cy="416155"/>
          </a:xfrm>
        </p:grpSpPr>
        <p:pic>
          <p:nvPicPr>
            <p:cNvPr id="299" name="Graphic 298">
              <a:extLst>
                <a:ext uri="{FF2B5EF4-FFF2-40B4-BE49-F238E27FC236}">
                  <a16:creationId xmlns:a16="http://schemas.microsoft.com/office/drawing/2014/main" id="{B1E69692-5546-3DF3-A9D8-5C828648F78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575277" y="397454"/>
              <a:ext cx="218115" cy="218115"/>
            </a:xfrm>
            <a:prstGeom prst="rect">
              <a:avLst/>
            </a:prstGeom>
          </p:spPr>
        </p:pic>
        <p:sp>
          <p:nvSpPr>
            <p:cNvPr id="300" name="TextBox 299">
              <a:extLst>
                <a:ext uri="{FF2B5EF4-FFF2-40B4-BE49-F238E27FC236}">
                  <a16:creationId xmlns:a16="http://schemas.microsoft.com/office/drawing/2014/main" id="{4C1419C5-9B6C-6AAC-DB4D-560AB1F2E50F}"/>
                </a:ext>
              </a:extLst>
            </p:cNvPr>
            <p:cNvSpPr txBox="1"/>
            <p:nvPr/>
          </p:nvSpPr>
          <p:spPr>
            <a:xfrm>
              <a:off x="9134726" y="199429"/>
              <a:ext cx="1367259" cy="265814"/>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Evaluate Flows</a:t>
              </a:r>
            </a:p>
          </p:txBody>
        </p:sp>
        <p:sp>
          <p:nvSpPr>
            <p:cNvPr id="301" name="Rectangle 300">
              <a:extLst>
                <a:ext uri="{FF2B5EF4-FFF2-40B4-BE49-F238E27FC236}">
                  <a16:creationId xmlns:a16="http://schemas.microsoft.com/office/drawing/2014/main" id="{BC08914B-F153-5E90-C3EC-2DFC90A1B864}"/>
                </a:ext>
              </a:extLst>
            </p:cNvPr>
            <p:cNvSpPr/>
            <p:nvPr/>
          </p:nvSpPr>
          <p:spPr>
            <a:xfrm>
              <a:off x="9154725" y="265227"/>
              <a:ext cx="1321425" cy="3503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ptos" panose="020B0004020202020204" pitchFamily="34" charset="0"/>
              </a:endParaRPr>
            </a:p>
          </p:txBody>
        </p:sp>
      </p:grpSp>
      <p:sp>
        <p:nvSpPr>
          <p:cNvPr id="306" name="TextBox 305">
            <a:extLst>
              <a:ext uri="{FF2B5EF4-FFF2-40B4-BE49-F238E27FC236}">
                <a16:creationId xmlns:a16="http://schemas.microsoft.com/office/drawing/2014/main" id="{6384688F-5DCE-D9D2-7BCA-4CD8178A0644}"/>
              </a:ext>
            </a:extLst>
          </p:cNvPr>
          <p:cNvSpPr txBox="1"/>
          <p:nvPr/>
        </p:nvSpPr>
        <p:spPr>
          <a:xfrm>
            <a:off x="10688867" y="2554750"/>
            <a:ext cx="594572" cy="390212"/>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Verified </a:t>
            </a:r>
          </a:p>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generated </a:t>
            </a:r>
          </a:p>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response</a:t>
            </a:r>
          </a:p>
        </p:txBody>
      </p:sp>
      <p:sp>
        <p:nvSpPr>
          <p:cNvPr id="312" name="Flowchart: Connector 34">
            <a:extLst>
              <a:ext uri="{FF2B5EF4-FFF2-40B4-BE49-F238E27FC236}">
                <a16:creationId xmlns:a16="http://schemas.microsoft.com/office/drawing/2014/main" id="{60AA81B0-1C20-F70A-ADB9-0EF8A4D81EC1}"/>
              </a:ext>
            </a:extLst>
          </p:cNvPr>
          <p:cNvSpPr/>
          <p:nvPr/>
        </p:nvSpPr>
        <p:spPr>
          <a:xfrm>
            <a:off x="10946389" y="1679563"/>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rPr>
              <a:t>1</a:t>
            </a:r>
          </a:p>
        </p:txBody>
      </p:sp>
      <p:sp>
        <p:nvSpPr>
          <p:cNvPr id="313" name="Flowchart: Connector 34">
            <a:extLst>
              <a:ext uri="{FF2B5EF4-FFF2-40B4-BE49-F238E27FC236}">
                <a16:creationId xmlns:a16="http://schemas.microsoft.com/office/drawing/2014/main" id="{F3CFF26F-2F8B-CE57-5FCC-08FE0C7CE8CD}"/>
              </a:ext>
            </a:extLst>
          </p:cNvPr>
          <p:cNvSpPr/>
          <p:nvPr/>
        </p:nvSpPr>
        <p:spPr>
          <a:xfrm>
            <a:off x="9706367" y="1684494"/>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rPr>
              <a:t>2</a:t>
            </a:r>
          </a:p>
        </p:txBody>
      </p:sp>
      <p:sp>
        <p:nvSpPr>
          <p:cNvPr id="314" name="Flowchart: Connector 34">
            <a:extLst>
              <a:ext uri="{FF2B5EF4-FFF2-40B4-BE49-F238E27FC236}">
                <a16:creationId xmlns:a16="http://schemas.microsoft.com/office/drawing/2014/main" id="{E98790F0-27F5-33FA-A69D-CFE7202D5FB5}"/>
              </a:ext>
            </a:extLst>
          </p:cNvPr>
          <p:cNvSpPr/>
          <p:nvPr/>
        </p:nvSpPr>
        <p:spPr>
          <a:xfrm>
            <a:off x="7825241" y="1683624"/>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rPr>
              <a:t>3</a:t>
            </a:r>
          </a:p>
        </p:txBody>
      </p:sp>
      <p:sp>
        <p:nvSpPr>
          <p:cNvPr id="315" name="Flowchart: Connector 34">
            <a:extLst>
              <a:ext uri="{FF2B5EF4-FFF2-40B4-BE49-F238E27FC236}">
                <a16:creationId xmlns:a16="http://schemas.microsoft.com/office/drawing/2014/main" id="{194E5B92-26F2-9744-64E2-6BD6DE401C41}"/>
              </a:ext>
            </a:extLst>
          </p:cNvPr>
          <p:cNvSpPr/>
          <p:nvPr/>
        </p:nvSpPr>
        <p:spPr>
          <a:xfrm>
            <a:off x="4734110" y="1773750"/>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rPr>
              <a:t>4</a:t>
            </a:r>
          </a:p>
        </p:txBody>
      </p:sp>
      <p:sp>
        <p:nvSpPr>
          <p:cNvPr id="322" name="Flowchart: Connector 34">
            <a:extLst>
              <a:ext uri="{FF2B5EF4-FFF2-40B4-BE49-F238E27FC236}">
                <a16:creationId xmlns:a16="http://schemas.microsoft.com/office/drawing/2014/main" id="{799DEB13-6DBB-C757-1783-1E5B6CE64050}"/>
              </a:ext>
            </a:extLst>
          </p:cNvPr>
          <p:cNvSpPr/>
          <p:nvPr/>
        </p:nvSpPr>
        <p:spPr>
          <a:xfrm>
            <a:off x="6841025" y="3351811"/>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rPr>
              <a:t>6</a:t>
            </a:r>
          </a:p>
        </p:txBody>
      </p:sp>
      <p:sp>
        <p:nvSpPr>
          <p:cNvPr id="323" name="Flowchart: Connector 34">
            <a:extLst>
              <a:ext uri="{FF2B5EF4-FFF2-40B4-BE49-F238E27FC236}">
                <a16:creationId xmlns:a16="http://schemas.microsoft.com/office/drawing/2014/main" id="{2BA93458-FEBE-1F6F-E7A0-76F351BECE6A}"/>
              </a:ext>
            </a:extLst>
          </p:cNvPr>
          <p:cNvSpPr/>
          <p:nvPr/>
        </p:nvSpPr>
        <p:spPr>
          <a:xfrm>
            <a:off x="4734110" y="2377398"/>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lang="en-US" sz="1600">
                <a:solidFill>
                  <a:srgbClr val="FFFFFF"/>
                </a:solidFill>
                <a:latin typeface="Aptos" panose="020B0004020202020204" pitchFamily="34" charset="0"/>
              </a:rPr>
              <a:t>7</a:t>
            </a: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324" name="Flowchart: Connector 34">
            <a:extLst>
              <a:ext uri="{FF2B5EF4-FFF2-40B4-BE49-F238E27FC236}">
                <a16:creationId xmlns:a16="http://schemas.microsoft.com/office/drawing/2014/main" id="{D5A157DC-18A4-0626-BAC2-E15A7D7A0D50}"/>
              </a:ext>
            </a:extLst>
          </p:cNvPr>
          <p:cNvSpPr/>
          <p:nvPr/>
        </p:nvSpPr>
        <p:spPr>
          <a:xfrm>
            <a:off x="7820591" y="2466621"/>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lang="en-US" sz="1600">
                <a:solidFill>
                  <a:srgbClr val="FFFFFF"/>
                </a:solidFill>
                <a:latin typeface="Aptos" panose="020B0004020202020204" pitchFamily="34" charset="0"/>
              </a:rPr>
              <a:t>8</a:t>
            </a: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325" name="Flowchart: Connector 34">
            <a:extLst>
              <a:ext uri="{FF2B5EF4-FFF2-40B4-BE49-F238E27FC236}">
                <a16:creationId xmlns:a16="http://schemas.microsoft.com/office/drawing/2014/main" id="{9224B4BF-BEF9-AE7A-1838-61A67EEB9CF5}"/>
              </a:ext>
            </a:extLst>
          </p:cNvPr>
          <p:cNvSpPr/>
          <p:nvPr/>
        </p:nvSpPr>
        <p:spPr>
          <a:xfrm>
            <a:off x="9616005" y="2372385"/>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lang="en-US" sz="1600">
                <a:solidFill>
                  <a:srgbClr val="FFFFFF"/>
                </a:solidFill>
                <a:latin typeface="Aptos" panose="020B0004020202020204" pitchFamily="34" charset="0"/>
              </a:rPr>
              <a:t>9</a:t>
            </a: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grpSp>
        <p:nvGrpSpPr>
          <p:cNvPr id="329" name="Group 328">
            <a:extLst>
              <a:ext uri="{FF2B5EF4-FFF2-40B4-BE49-F238E27FC236}">
                <a16:creationId xmlns:a16="http://schemas.microsoft.com/office/drawing/2014/main" id="{A3B2F858-80D7-D2D8-1ACF-E1578111432D}"/>
              </a:ext>
            </a:extLst>
          </p:cNvPr>
          <p:cNvGrpSpPr/>
          <p:nvPr/>
        </p:nvGrpSpPr>
        <p:grpSpPr>
          <a:xfrm>
            <a:off x="8065336" y="1301865"/>
            <a:ext cx="179293" cy="194098"/>
            <a:chOff x="7644823" y="2887230"/>
            <a:chExt cx="179293" cy="194098"/>
          </a:xfrm>
        </p:grpSpPr>
        <p:sp>
          <p:nvSpPr>
            <p:cNvPr id="333" name="Flowchart: Connector 34">
              <a:extLst>
                <a:ext uri="{FF2B5EF4-FFF2-40B4-BE49-F238E27FC236}">
                  <a16:creationId xmlns:a16="http://schemas.microsoft.com/office/drawing/2014/main" id="{F2E75EA2-AB0B-3AFE-4275-0584F974C11D}"/>
                </a:ext>
              </a:extLst>
            </p:cNvPr>
            <p:cNvSpPr/>
            <p:nvPr/>
          </p:nvSpPr>
          <p:spPr>
            <a:xfrm>
              <a:off x="7644824" y="2887230"/>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337" name="TextBox 336">
              <a:extLst>
                <a:ext uri="{FF2B5EF4-FFF2-40B4-BE49-F238E27FC236}">
                  <a16:creationId xmlns:a16="http://schemas.microsoft.com/office/drawing/2014/main" id="{B9E435DF-2F00-0BAE-CB43-06419E27357E}"/>
                </a:ext>
              </a:extLst>
            </p:cNvPr>
            <p:cNvSpPr txBox="1"/>
            <p:nvPr/>
          </p:nvSpPr>
          <p:spPr>
            <a:xfrm>
              <a:off x="7644823" y="2888003"/>
              <a:ext cx="179292" cy="193325"/>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ptos" panose="020B0004020202020204" pitchFamily="34" charset="0"/>
                </a:rPr>
                <a:t>13</a:t>
              </a:r>
            </a:p>
          </p:txBody>
        </p:sp>
      </p:grpSp>
      <p:sp>
        <p:nvSpPr>
          <p:cNvPr id="21" name="Rectangle 20">
            <a:extLst>
              <a:ext uri="{FF2B5EF4-FFF2-40B4-BE49-F238E27FC236}">
                <a16:creationId xmlns:a16="http://schemas.microsoft.com/office/drawing/2014/main" id="{21ED4D30-CF41-6857-87EF-8E2C7AD242C0}"/>
              </a:ext>
            </a:extLst>
          </p:cNvPr>
          <p:cNvSpPr/>
          <p:nvPr/>
        </p:nvSpPr>
        <p:spPr>
          <a:xfrm>
            <a:off x="6296004" y="3851707"/>
            <a:ext cx="4593537" cy="2194542"/>
          </a:xfrm>
          <a:prstGeom prst="rect">
            <a:avLst/>
          </a:prstGeom>
          <a:noFill/>
          <a:ln>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22" name="TextBox 21">
            <a:extLst>
              <a:ext uri="{FF2B5EF4-FFF2-40B4-BE49-F238E27FC236}">
                <a16:creationId xmlns:a16="http://schemas.microsoft.com/office/drawing/2014/main" id="{582E95E3-D3CA-596D-764B-5724696A9118}"/>
              </a:ext>
            </a:extLst>
          </p:cNvPr>
          <p:cNvSpPr txBox="1"/>
          <p:nvPr/>
        </p:nvSpPr>
        <p:spPr>
          <a:xfrm>
            <a:off x="6404670" y="3772965"/>
            <a:ext cx="1929431" cy="335035"/>
          </a:xfrm>
          <a:prstGeom prst="rect">
            <a:avLst/>
          </a:prstGeom>
          <a:noFill/>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ptos" panose="020B0004020202020204" pitchFamily="34" charset="0"/>
              </a:rPr>
              <a:t>SW’s Azure Databricks account</a:t>
            </a:r>
          </a:p>
        </p:txBody>
      </p:sp>
      <p:grpSp>
        <p:nvGrpSpPr>
          <p:cNvPr id="24" name="Group 23">
            <a:extLst>
              <a:ext uri="{FF2B5EF4-FFF2-40B4-BE49-F238E27FC236}">
                <a16:creationId xmlns:a16="http://schemas.microsoft.com/office/drawing/2014/main" id="{E61F928E-E592-2EC9-B025-8C8D31DCB1BC}"/>
              </a:ext>
            </a:extLst>
          </p:cNvPr>
          <p:cNvGrpSpPr/>
          <p:nvPr/>
        </p:nvGrpSpPr>
        <p:grpSpPr>
          <a:xfrm>
            <a:off x="4567826" y="3392105"/>
            <a:ext cx="1287557" cy="1391796"/>
            <a:chOff x="6528423" y="4038096"/>
            <a:chExt cx="1287557" cy="1391796"/>
          </a:xfrm>
        </p:grpSpPr>
        <p:sp>
          <p:nvSpPr>
            <p:cNvPr id="25" name="Rectangle 24">
              <a:extLst>
                <a:ext uri="{FF2B5EF4-FFF2-40B4-BE49-F238E27FC236}">
                  <a16:creationId xmlns:a16="http://schemas.microsoft.com/office/drawing/2014/main" id="{A37E9A5C-DEB9-391A-9562-2CCB92359946}"/>
                </a:ext>
              </a:extLst>
            </p:cNvPr>
            <p:cNvSpPr/>
            <p:nvPr/>
          </p:nvSpPr>
          <p:spPr>
            <a:xfrm>
              <a:off x="6702907" y="4038096"/>
              <a:ext cx="1064425" cy="1391796"/>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ptos" panose="020B0004020202020204" pitchFamily="34" charset="0"/>
              </a:endParaRPr>
            </a:p>
          </p:txBody>
        </p:sp>
        <p:pic>
          <p:nvPicPr>
            <p:cNvPr id="26" name="Graphic 25">
              <a:extLst>
                <a:ext uri="{FF2B5EF4-FFF2-40B4-BE49-F238E27FC236}">
                  <a16:creationId xmlns:a16="http://schemas.microsoft.com/office/drawing/2014/main" id="{BCB2E33E-0F8E-5CFE-AEDC-F4F3DBC092B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935909" y="4389055"/>
              <a:ext cx="290576" cy="290576"/>
            </a:xfrm>
            <a:prstGeom prst="rect">
              <a:avLst/>
            </a:prstGeom>
          </p:spPr>
        </p:pic>
        <p:sp>
          <p:nvSpPr>
            <p:cNvPr id="63" name="TextBox 62">
              <a:extLst>
                <a:ext uri="{FF2B5EF4-FFF2-40B4-BE49-F238E27FC236}">
                  <a16:creationId xmlns:a16="http://schemas.microsoft.com/office/drawing/2014/main" id="{93151B87-B7E8-9CD6-2C1B-0C6DCB0D2588}"/>
                </a:ext>
              </a:extLst>
            </p:cNvPr>
            <p:cNvSpPr txBox="1"/>
            <p:nvPr/>
          </p:nvSpPr>
          <p:spPr>
            <a:xfrm>
              <a:off x="6528423" y="4728473"/>
              <a:ext cx="1064424" cy="176599"/>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Document </a:t>
              </a:r>
              <a:br>
                <a:rPr kumimoji="0" lang="en-US" sz="950" b="0" i="0" u="none" strike="noStrike" kern="1200" cap="none" spc="0" normalizeH="0" baseline="0" noProof="0">
                  <a:ln>
                    <a:noFill/>
                  </a:ln>
                  <a:solidFill>
                    <a:srgbClr val="000000"/>
                  </a:solidFill>
                  <a:effectLst/>
                  <a:uLnTx/>
                  <a:uFillTx/>
                  <a:latin typeface="Aptos" panose="020B0004020202020204" pitchFamily="34" charset="0"/>
                </a:rPr>
              </a:br>
              <a:r>
                <a:rPr kumimoji="0" lang="en-US" sz="950" b="0" i="0" u="none" strike="noStrike" kern="1200" cap="none" spc="0" normalizeH="0" baseline="0" noProof="0">
                  <a:ln>
                    <a:noFill/>
                  </a:ln>
                  <a:solidFill>
                    <a:srgbClr val="000000"/>
                  </a:solidFill>
                  <a:effectLst/>
                  <a:uLnTx/>
                  <a:uFillTx/>
                  <a:latin typeface="Aptos" panose="020B0004020202020204" pitchFamily="34" charset="0"/>
                </a:rPr>
                <a:t>Intelligence</a:t>
              </a:r>
            </a:p>
          </p:txBody>
        </p:sp>
        <p:sp>
          <p:nvSpPr>
            <p:cNvPr id="64" name="TextBox 63">
              <a:extLst>
                <a:ext uri="{FF2B5EF4-FFF2-40B4-BE49-F238E27FC236}">
                  <a16:creationId xmlns:a16="http://schemas.microsoft.com/office/drawing/2014/main" id="{3DE58B79-7E9F-5FAF-6B25-F535EE764E84}"/>
                </a:ext>
              </a:extLst>
            </p:cNvPr>
            <p:cNvSpPr txBox="1"/>
            <p:nvPr/>
          </p:nvSpPr>
          <p:spPr>
            <a:xfrm>
              <a:off x="6781045" y="5234947"/>
              <a:ext cx="879689" cy="176599"/>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Azure  Language</a:t>
              </a:r>
            </a:p>
          </p:txBody>
        </p:sp>
        <p:pic>
          <p:nvPicPr>
            <p:cNvPr id="67" name="Graphic 66">
              <a:extLst>
                <a:ext uri="{FF2B5EF4-FFF2-40B4-BE49-F238E27FC236}">
                  <a16:creationId xmlns:a16="http://schemas.microsoft.com/office/drawing/2014/main" id="{932899FE-2F1D-B2EF-1295-81F919B4F4D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074654" y="4994450"/>
              <a:ext cx="300881" cy="300881"/>
            </a:xfrm>
            <a:prstGeom prst="rect">
              <a:avLst/>
            </a:prstGeom>
          </p:spPr>
        </p:pic>
        <p:pic>
          <p:nvPicPr>
            <p:cNvPr id="75" name="Graphic 74">
              <a:extLst>
                <a:ext uri="{FF2B5EF4-FFF2-40B4-BE49-F238E27FC236}">
                  <a16:creationId xmlns:a16="http://schemas.microsoft.com/office/drawing/2014/main" id="{9072D81E-EF8D-0895-7B08-F7D4A526DEEA}"/>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718783" y="4038096"/>
              <a:ext cx="298189" cy="298189"/>
            </a:xfrm>
            <a:prstGeom prst="rect">
              <a:avLst/>
            </a:prstGeom>
          </p:spPr>
        </p:pic>
        <p:sp>
          <p:nvSpPr>
            <p:cNvPr id="82" name="TextBox 81">
              <a:extLst>
                <a:ext uri="{FF2B5EF4-FFF2-40B4-BE49-F238E27FC236}">
                  <a16:creationId xmlns:a16="http://schemas.microsoft.com/office/drawing/2014/main" id="{DF5958CF-B76A-3A90-AC93-D9FE6BD66916}"/>
                </a:ext>
              </a:extLst>
            </p:cNvPr>
            <p:cNvSpPr txBox="1"/>
            <p:nvPr/>
          </p:nvSpPr>
          <p:spPr>
            <a:xfrm>
              <a:off x="7318485" y="4727090"/>
              <a:ext cx="497495" cy="164023"/>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AI </a:t>
              </a:r>
            </a:p>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Vision</a:t>
              </a:r>
            </a:p>
          </p:txBody>
        </p:sp>
        <p:pic>
          <p:nvPicPr>
            <p:cNvPr id="85" name="Graphic 84">
              <a:extLst>
                <a:ext uri="{FF2B5EF4-FFF2-40B4-BE49-F238E27FC236}">
                  <a16:creationId xmlns:a16="http://schemas.microsoft.com/office/drawing/2014/main" id="{E8B62FFB-5019-5777-60AD-FE1A82D03F5A}"/>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416485" y="4387339"/>
              <a:ext cx="296111" cy="296111"/>
            </a:xfrm>
            <a:prstGeom prst="rect">
              <a:avLst/>
            </a:prstGeom>
          </p:spPr>
        </p:pic>
        <p:sp>
          <p:nvSpPr>
            <p:cNvPr id="86" name="TextBox 85">
              <a:extLst>
                <a:ext uri="{FF2B5EF4-FFF2-40B4-BE49-F238E27FC236}">
                  <a16:creationId xmlns:a16="http://schemas.microsoft.com/office/drawing/2014/main" id="{217D839D-2A07-1720-B4B6-49C8FB36A70D}"/>
                </a:ext>
              </a:extLst>
            </p:cNvPr>
            <p:cNvSpPr txBox="1"/>
            <p:nvPr/>
          </p:nvSpPr>
          <p:spPr>
            <a:xfrm>
              <a:off x="6937350" y="4084209"/>
              <a:ext cx="834174" cy="206789"/>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Azure Cognitive</a:t>
              </a:r>
            </a:p>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 Services</a:t>
              </a:r>
            </a:p>
          </p:txBody>
        </p:sp>
      </p:grpSp>
      <p:sp>
        <p:nvSpPr>
          <p:cNvPr id="89" name="Flowchart: Connector 34">
            <a:extLst>
              <a:ext uri="{FF2B5EF4-FFF2-40B4-BE49-F238E27FC236}">
                <a16:creationId xmlns:a16="http://schemas.microsoft.com/office/drawing/2014/main" id="{4053F3EB-0503-873E-60CC-D5DBFAF91EBA}"/>
              </a:ext>
            </a:extLst>
          </p:cNvPr>
          <p:cNvSpPr/>
          <p:nvPr/>
        </p:nvSpPr>
        <p:spPr>
          <a:xfrm>
            <a:off x="4224562" y="3436772"/>
            <a:ext cx="225441" cy="225410"/>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rPr>
              <a:t>A</a:t>
            </a:r>
          </a:p>
        </p:txBody>
      </p:sp>
      <p:sp>
        <p:nvSpPr>
          <p:cNvPr id="91" name="Flowchart: Connector 34">
            <a:extLst>
              <a:ext uri="{FF2B5EF4-FFF2-40B4-BE49-F238E27FC236}">
                <a16:creationId xmlns:a16="http://schemas.microsoft.com/office/drawing/2014/main" id="{3DF53F61-1DCA-5184-2362-7F0FBE8F5B77}"/>
              </a:ext>
            </a:extLst>
          </p:cNvPr>
          <p:cNvSpPr/>
          <p:nvPr/>
        </p:nvSpPr>
        <p:spPr>
          <a:xfrm>
            <a:off x="6444866" y="4149640"/>
            <a:ext cx="225441" cy="225410"/>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lang="en-US" sz="1600">
                <a:solidFill>
                  <a:srgbClr val="FFFFFF"/>
                </a:solidFill>
                <a:latin typeface="Aptos" panose="020B0004020202020204" pitchFamily="34" charset="0"/>
              </a:rPr>
              <a:t>C</a:t>
            </a: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92" name="TextBox 91">
            <a:extLst>
              <a:ext uri="{FF2B5EF4-FFF2-40B4-BE49-F238E27FC236}">
                <a16:creationId xmlns:a16="http://schemas.microsoft.com/office/drawing/2014/main" id="{1C8C8896-54CF-DA25-4FC4-D884759BA72A}"/>
              </a:ext>
            </a:extLst>
          </p:cNvPr>
          <p:cNvSpPr txBox="1"/>
          <p:nvPr/>
        </p:nvSpPr>
        <p:spPr>
          <a:xfrm>
            <a:off x="8684564" y="4944768"/>
            <a:ext cx="964855" cy="230832"/>
          </a:xfrm>
          <a:prstGeom prst="rect">
            <a:avLst/>
          </a:prstGeom>
          <a:noFill/>
        </p:spPr>
        <p:txBody>
          <a:bodyPr wrap="square" rtlCol="0">
            <a:spAutoFit/>
          </a:bodyPr>
          <a:lstStyle/>
          <a:p>
            <a:r>
              <a:rPr lang="en-US" sz="900">
                <a:latin typeface="Aptos" panose="020B0004020202020204" pitchFamily="34" charset="0"/>
              </a:rPr>
              <a:t>Embedding</a:t>
            </a:r>
          </a:p>
        </p:txBody>
      </p:sp>
      <p:pic>
        <p:nvPicPr>
          <p:cNvPr id="93" name="Picture 92" descr="A blue cylinder with a black background&#10;&#10;Description automatically generated">
            <a:extLst>
              <a:ext uri="{FF2B5EF4-FFF2-40B4-BE49-F238E27FC236}">
                <a16:creationId xmlns:a16="http://schemas.microsoft.com/office/drawing/2014/main" id="{C9A07871-7ACC-7583-6045-B5AACD069F71}"/>
              </a:ext>
            </a:extLst>
          </p:cNvPr>
          <p:cNvPicPr>
            <a:picLocks noChangeAspect="1"/>
          </p:cNvPicPr>
          <p:nvPr/>
        </p:nvPicPr>
        <p:blipFill>
          <a:blip r:embed="rId25" cstate="screen">
            <a:extLst>
              <a:ext uri="{28A0092B-C50C-407E-A947-70E740481C1C}">
                <a14:useLocalDpi xmlns:a14="http://schemas.microsoft.com/office/drawing/2010/main" val="0"/>
              </a:ext>
              <a:ext uri="{837473B0-CC2E-450A-ABE3-18F120FF3D39}">
                <a1611:picAttrSrcUrl xmlns:a1611="http://schemas.microsoft.com/office/drawing/2016/11/main" r:id="rId26"/>
              </a:ext>
            </a:extLst>
          </a:blip>
          <a:stretch>
            <a:fillRect/>
          </a:stretch>
        </p:blipFill>
        <p:spPr>
          <a:xfrm>
            <a:off x="9479082" y="4698929"/>
            <a:ext cx="542427" cy="429901"/>
          </a:xfrm>
          <a:prstGeom prst="rect">
            <a:avLst/>
          </a:prstGeom>
        </p:spPr>
      </p:pic>
      <p:cxnSp>
        <p:nvCxnSpPr>
          <p:cNvPr id="94" name="Connector: Elbow 93">
            <a:extLst>
              <a:ext uri="{FF2B5EF4-FFF2-40B4-BE49-F238E27FC236}">
                <a16:creationId xmlns:a16="http://schemas.microsoft.com/office/drawing/2014/main" id="{FE33EB75-59B0-E368-3C29-2BD3A7271D18}"/>
              </a:ext>
            </a:extLst>
          </p:cNvPr>
          <p:cNvCxnSpPr>
            <a:cxnSpLocks/>
            <a:endCxn id="93" idx="1"/>
          </p:cNvCxnSpPr>
          <p:nvPr/>
        </p:nvCxnSpPr>
        <p:spPr>
          <a:xfrm flipV="1">
            <a:off x="8712606" y="4913880"/>
            <a:ext cx="766476" cy="30723"/>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sp>
        <p:nvSpPr>
          <p:cNvPr id="95" name="Flowchart: Multidocument 94">
            <a:extLst>
              <a:ext uri="{FF2B5EF4-FFF2-40B4-BE49-F238E27FC236}">
                <a16:creationId xmlns:a16="http://schemas.microsoft.com/office/drawing/2014/main" id="{B976878C-97B1-2123-B1D1-077E45691EDD}"/>
              </a:ext>
            </a:extLst>
          </p:cNvPr>
          <p:cNvSpPr/>
          <p:nvPr/>
        </p:nvSpPr>
        <p:spPr>
          <a:xfrm>
            <a:off x="8057747" y="4893914"/>
            <a:ext cx="639109" cy="429901"/>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Aptos" panose="020B0004020202020204" pitchFamily="34" charset="0"/>
              </a:rPr>
              <a:t>Text Chunks</a:t>
            </a:r>
          </a:p>
        </p:txBody>
      </p:sp>
      <p:sp>
        <p:nvSpPr>
          <p:cNvPr id="96" name="Google Shape;778;p166">
            <a:extLst>
              <a:ext uri="{FF2B5EF4-FFF2-40B4-BE49-F238E27FC236}">
                <a16:creationId xmlns:a16="http://schemas.microsoft.com/office/drawing/2014/main" id="{980E2FBE-3F0B-D5D6-80E4-6FA754228A4E}"/>
              </a:ext>
            </a:extLst>
          </p:cNvPr>
          <p:cNvSpPr/>
          <p:nvPr/>
        </p:nvSpPr>
        <p:spPr>
          <a:xfrm>
            <a:off x="7986447" y="4517967"/>
            <a:ext cx="1676151" cy="229306"/>
          </a:xfrm>
          <a:prstGeom prst="rect">
            <a:avLst/>
          </a:prstGeom>
          <a:noFill/>
          <a:ln>
            <a:noFill/>
          </a:ln>
        </p:spPr>
        <p:txBody>
          <a:bodyPr spcFirstLastPara="1" wrap="square" lIns="91400" tIns="45700" rIns="91400" bIns="45700" anchor="t" anchorCtr="0">
            <a:noAutofit/>
          </a:bodyPr>
          <a:lstStyle/>
          <a:p>
            <a:pPr marL="16933" algn="ctr" defTabSz="1219140">
              <a:lnSpc>
                <a:spcPct val="90000"/>
              </a:lnSpc>
              <a:defRPr/>
            </a:pPr>
            <a:r>
              <a:rPr lang="en-US" sz="900">
                <a:latin typeface="Aptos" panose="020B0004020202020204" pitchFamily="34" charset="0"/>
                <a:ea typeface="Source Sans Pro"/>
                <a:cs typeface="Source Sans Pro"/>
                <a:sym typeface="Source Sans Pro"/>
              </a:rPr>
              <a:t>Converts sentence to embeddings</a:t>
            </a:r>
          </a:p>
        </p:txBody>
      </p:sp>
      <p:pic>
        <p:nvPicPr>
          <p:cNvPr id="99" name="Google Shape;233;p1">
            <a:extLst>
              <a:ext uri="{FF2B5EF4-FFF2-40B4-BE49-F238E27FC236}">
                <a16:creationId xmlns:a16="http://schemas.microsoft.com/office/drawing/2014/main" id="{B86FDB9F-53F5-CEB5-1B36-E7DAFF834B33}"/>
              </a:ext>
            </a:extLst>
          </p:cNvPr>
          <p:cNvPicPr preferRelativeResize="0"/>
          <p:nvPr/>
        </p:nvPicPr>
        <p:blipFill>
          <a:blip r:embed="rId27">
            <a:alphaModFix/>
          </a:blip>
          <a:stretch>
            <a:fillRect/>
          </a:stretch>
        </p:blipFill>
        <p:spPr>
          <a:xfrm>
            <a:off x="7882746" y="5583424"/>
            <a:ext cx="761408" cy="415319"/>
          </a:xfrm>
          <a:prstGeom prst="rect">
            <a:avLst/>
          </a:prstGeom>
          <a:noFill/>
          <a:ln>
            <a:noFill/>
          </a:ln>
        </p:spPr>
      </p:pic>
      <p:pic>
        <p:nvPicPr>
          <p:cNvPr id="102" name="Picture 101">
            <a:extLst>
              <a:ext uri="{FF2B5EF4-FFF2-40B4-BE49-F238E27FC236}">
                <a16:creationId xmlns:a16="http://schemas.microsoft.com/office/drawing/2014/main" id="{BDCF0A92-734F-D701-4EAD-2FB193C0D494}"/>
              </a:ext>
            </a:extLst>
          </p:cNvPr>
          <p:cNvPicPr>
            <a:picLocks noChangeAspect="1"/>
          </p:cNvPicPr>
          <p:nvPr/>
        </p:nvPicPr>
        <p:blipFill>
          <a:blip r:embed="rId28"/>
          <a:stretch>
            <a:fillRect/>
          </a:stretch>
        </p:blipFill>
        <p:spPr>
          <a:xfrm>
            <a:off x="6473169" y="4755697"/>
            <a:ext cx="407504" cy="357051"/>
          </a:xfrm>
          <a:prstGeom prst="rect">
            <a:avLst/>
          </a:prstGeom>
        </p:spPr>
      </p:pic>
      <p:sp>
        <p:nvSpPr>
          <p:cNvPr id="103" name="TextBox 102">
            <a:extLst>
              <a:ext uri="{FF2B5EF4-FFF2-40B4-BE49-F238E27FC236}">
                <a16:creationId xmlns:a16="http://schemas.microsoft.com/office/drawing/2014/main" id="{4DF04EE6-5CE8-C5D0-FDB4-CDBCA1CF889A}"/>
              </a:ext>
            </a:extLst>
          </p:cNvPr>
          <p:cNvSpPr txBox="1"/>
          <p:nvPr/>
        </p:nvSpPr>
        <p:spPr>
          <a:xfrm>
            <a:off x="6264301" y="5051570"/>
            <a:ext cx="1043129" cy="238527"/>
          </a:xfrm>
          <a:prstGeom prst="rect">
            <a:avLst/>
          </a:prstGeom>
          <a:noFill/>
        </p:spPr>
        <p:txBody>
          <a:bodyPr wrap="square" rtlCol="0">
            <a:spAutoFit/>
          </a:bodyPr>
          <a:lstStyle/>
          <a:p>
            <a:r>
              <a:rPr lang="en-US" sz="950">
                <a:latin typeface="Aptos" panose="020B0004020202020204" pitchFamily="34" charset="0"/>
              </a:rPr>
              <a:t>Delta Table</a:t>
            </a:r>
          </a:p>
        </p:txBody>
      </p:sp>
      <p:cxnSp>
        <p:nvCxnSpPr>
          <p:cNvPr id="111" name="Connector: Elbow 110">
            <a:extLst>
              <a:ext uri="{FF2B5EF4-FFF2-40B4-BE49-F238E27FC236}">
                <a16:creationId xmlns:a16="http://schemas.microsoft.com/office/drawing/2014/main" id="{022ADD24-E827-BA30-B118-8D9726545A53}"/>
              </a:ext>
            </a:extLst>
          </p:cNvPr>
          <p:cNvCxnSpPr>
            <a:cxnSpLocks/>
            <a:endCxn id="95" idx="1"/>
          </p:cNvCxnSpPr>
          <p:nvPr/>
        </p:nvCxnSpPr>
        <p:spPr>
          <a:xfrm>
            <a:off x="6935693" y="4979555"/>
            <a:ext cx="1122054" cy="129310"/>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7" name="Straight Arrow Connector 116">
            <a:extLst>
              <a:ext uri="{FF2B5EF4-FFF2-40B4-BE49-F238E27FC236}">
                <a16:creationId xmlns:a16="http://schemas.microsoft.com/office/drawing/2014/main" id="{199F5D3D-61CE-F193-3A0C-246556319F4B}"/>
              </a:ext>
            </a:extLst>
          </p:cNvPr>
          <p:cNvCxnSpPr>
            <a:cxnSpLocks/>
          </p:cNvCxnSpPr>
          <p:nvPr/>
        </p:nvCxnSpPr>
        <p:spPr>
          <a:xfrm>
            <a:off x="5860586" y="4883208"/>
            <a:ext cx="4022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Elbow Connector 268">
            <a:extLst>
              <a:ext uri="{FF2B5EF4-FFF2-40B4-BE49-F238E27FC236}">
                <a16:creationId xmlns:a16="http://schemas.microsoft.com/office/drawing/2014/main" id="{29E2DEDC-E6ED-CE70-F826-214DFB0F04AD}"/>
              </a:ext>
            </a:extLst>
          </p:cNvPr>
          <p:cNvCxnSpPr>
            <a:cxnSpLocks/>
          </p:cNvCxnSpPr>
          <p:nvPr/>
        </p:nvCxnSpPr>
        <p:spPr>
          <a:xfrm flipH="1" flipV="1">
            <a:off x="6654590" y="2664957"/>
            <a:ext cx="3366919" cy="2405208"/>
          </a:xfrm>
          <a:prstGeom prst="bentConnector4">
            <a:avLst>
              <a:gd name="adj1" fmla="val -3547"/>
              <a:gd name="adj2" fmla="val 73193"/>
            </a:avLst>
          </a:prstGeom>
          <a:ln w="127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95" name="Rectangle 294">
            <a:extLst>
              <a:ext uri="{FF2B5EF4-FFF2-40B4-BE49-F238E27FC236}">
                <a16:creationId xmlns:a16="http://schemas.microsoft.com/office/drawing/2014/main" id="{14E71AD9-03BB-32FF-DB01-0DBA496966EB}"/>
              </a:ext>
            </a:extLst>
          </p:cNvPr>
          <p:cNvSpPr/>
          <p:nvPr/>
        </p:nvSpPr>
        <p:spPr>
          <a:xfrm rot="5400000">
            <a:off x="582528" y="1928199"/>
            <a:ext cx="977479" cy="8767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ptos" panose="020B0004020202020204" pitchFamily="34" charset="0"/>
            </a:endParaRPr>
          </a:p>
        </p:txBody>
      </p:sp>
      <p:sp>
        <p:nvSpPr>
          <p:cNvPr id="302" name="TextBox 301">
            <a:extLst>
              <a:ext uri="{FF2B5EF4-FFF2-40B4-BE49-F238E27FC236}">
                <a16:creationId xmlns:a16="http://schemas.microsoft.com/office/drawing/2014/main" id="{DC6D58B7-A25A-D91D-CB17-6268B9DBAB8F}"/>
              </a:ext>
            </a:extLst>
          </p:cNvPr>
          <p:cNvSpPr txBox="1"/>
          <p:nvPr/>
        </p:nvSpPr>
        <p:spPr>
          <a:xfrm>
            <a:off x="617158" y="1893746"/>
            <a:ext cx="902464" cy="449826"/>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ptos" panose="020B0004020202020204" pitchFamily="34" charset="0"/>
              </a:rPr>
              <a:t>Continuous Monitoring</a:t>
            </a:r>
          </a:p>
        </p:txBody>
      </p:sp>
      <p:cxnSp>
        <p:nvCxnSpPr>
          <p:cNvPr id="331" name="Elbow Connector 98">
            <a:extLst>
              <a:ext uri="{FF2B5EF4-FFF2-40B4-BE49-F238E27FC236}">
                <a16:creationId xmlns:a16="http://schemas.microsoft.com/office/drawing/2014/main" id="{79656DE5-6CB3-3ED1-FC5F-773C7D629A9B}"/>
              </a:ext>
            </a:extLst>
          </p:cNvPr>
          <p:cNvCxnSpPr>
            <a:cxnSpLocks/>
            <a:stCxn id="78" idx="2"/>
            <a:endCxn id="302" idx="0"/>
          </p:cNvCxnSpPr>
          <p:nvPr/>
        </p:nvCxnSpPr>
        <p:spPr>
          <a:xfrm rot="5400000">
            <a:off x="1440535" y="1172967"/>
            <a:ext cx="348634" cy="1092924"/>
          </a:xfrm>
          <a:prstGeom prst="bentConnector3">
            <a:avLst>
              <a:gd name="adj1" fmla="val 50000"/>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2" name="TextBox 341">
            <a:extLst>
              <a:ext uri="{FF2B5EF4-FFF2-40B4-BE49-F238E27FC236}">
                <a16:creationId xmlns:a16="http://schemas.microsoft.com/office/drawing/2014/main" id="{F87406B4-E226-AACE-592B-30D5DD201F42}"/>
              </a:ext>
            </a:extLst>
          </p:cNvPr>
          <p:cNvSpPr txBox="1"/>
          <p:nvPr/>
        </p:nvSpPr>
        <p:spPr>
          <a:xfrm>
            <a:off x="1189724" y="1622376"/>
            <a:ext cx="1081792" cy="346242"/>
          </a:xfrm>
          <a:prstGeom prst="rect">
            <a:avLst/>
          </a:prstGeom>
          <a:noFill/>
          <a:ln>
            <a:noFill/>
          </a:ln>
        </p:spPr>
        <p:txBody>
          <a:bodyPr wrap="square" lIns="0" tIns="0" rIns="0" bIns="0" rtlCol="0" anchor="ctr" anchorCtr="0">
            <a:noAutofit/>
          </a:bodyPr>
          <a:lstStyle/>
          <a:p>
            <a:pPr marL="0" marR="0" lvl="0" indent="0" algn="l"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Monitor / Modify Flow</a:t>
            </a:r>
          </a:p>
        </p:txBody>
      </p:sp>
      <p:pic>
        <p:nvPicPr>
          <p:cNvPr id="344" name="Graphic 343" descr="Cube outline">
            <a:extLst>
              <a:ext uri="{FF2B5EF4-FFF2-40B4-BE49-F238E27FC236}">
                <a16:creationId xmlns:a16="http://schemas.microsoft.com/office/drawing/2014/main" id="{19373039-3715-00F1-8672-05A3C29C564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98015" y="930401"/>
            <a:ext cx="343952" cy="343952"/>
          </a:xfrm>
          <a:prstGeom prst="rect">
            <a:avLst/>
          </a:prstGeom>
        </p:spPr>
      </p:pic>
      <p:sp>
        <p:nvSpPr>
          <p:cNvPr id="346" name="TextBox 345">
            <a:extLst>
              <a:ext uri="{FF2B5EF4-FFF2-40B4-BE49-F238E27FC236}">
                <a16:creationId xmlns:a16="http://schemas.microsoft.com/office/drawing/2014/main" id="{D69F659C-13A1-5337-DF69-01F5F4326F19}"/>
              </a:ext>
            </a:extLst>
          </p:cNvPr>
          <p:cNvSpPr txBox="1"/>
          <p:nvPr/>
        </p:nvSpPr>
        <p:spPr>
          <a:xfrm>
            <a:off x="570187" y="1257940"/>
            <a:ext cx="1209762" cy="272443"/>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Embedding Models</a:t>
            </a:r>
          </a:p>
        </p:txBody>
      </p:sp>
      <p:sp>
        <p:nvSpPr>
          <p:cNvPr id="362" name="Rectangle 361">
            <a:extLst>
              <a:ext uri="{FF2B5EF4-FFF2-40B4-BE49-F238E27FC236}">
                <a16:creationId xmlns:a16="http://schemas.microsoft.com/office/drawing/2014/main" id="{CE6CA819-73C3-4356-2162-0BAF177B8599}"/>
              </a:ext>
            </a:extLst>
          </p:cNvPr>
          <p:cNvSpPr/>
          <p:nvPr/>
        </p:nvSpPr>
        <p:spPr>
          <a:xfrm>
            <a:off x="5652875" y="1741340"/>
            <a:ext cx="1663543" cy="9256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Aptos" panose="020B0004020202020204" pitchFamily="34" charset="0"/>
            </a:endParaRPr>
          </a:p>
        </p:txBody>
      </p:sp>
      <p:pic>
        <p:nvPicPr>
          <p:cNvPr id="363" name="Picture 362">
            <a:extLst>
              <a:ext uri="{FF2B5EF4-FFF2-40B4-BE49-F238E27FC236}">
                <a16:creationId xmlns:a16="http://schemas.microsoft.com/office/drawing/2014/main" id="{642969BA-4915-B328-713D-58A191E3D9CF}"/>
              </a:ext>
            </a:extLst>
          </p:cNvPr>
          <p:cNvPicPr>
            <a:picLocks noChangeAspect="1"/>
          </p:cNvPicPr>
          <p:nvPr/>
        </p:nvPicPr>
        <p:blipFill>
          <a:blip r:embed="rId29"/>
          <a:stretch>
            <a:fillRect/>
          </a:stretch>
        </p:blipFill>
        <p:spPr>
          <a:xfrm>
            <a:off x="6228124" y="1787611"/>
            <a:ext cx="238921" cy="238921"/>
          </a:xfrm>
          <a:prstGeom prst="rect">
            <a:avLst/>
          </a:prstGeom>
          <a:ln>
            <a:solidFill>
              <a:sysClr val="windowText" lastClr="000000"/>
            </a:solidFill>
          </a:ln>
        </p:spPr>
      </p:pic>
      <p:pic>
        <p:nvPicPr>
          <p:cNvPr id="364" name="Picture 363">
            <a:extLst>
              <a:ext uri="{FF2B5EF4-FFF2-40B4-BE49-F238E27FC236}">
                <a16:creationId xmlns:a16="http://schemas.microsoft.com/office/drawing/2014/main" id="{FF9FD376-746D-6F13-1EA3-6D5A6029B8E2}"/>
              </a:ext>
            </a:extLst>
          </p:cNvPr>
          <p:cNvPicPr>
            <a:picLocks noChangeAspect="1"/>
          </p:cNvPicPr>
          <p:nvPr/>
        </p:nvPicPr>
        <p:blipFill>
          <a:blip r:embed="rId30"/>
          <a:stretch>
            <a:fillRect/>
          </a:stretch>
        </p:blipFill>
        <p:spPr>
          <a:xfrm>
            <a:off x="6506611" y="1786668"/>
            <a:ext cx="238921" cy="238921"/>
          </a:xfrm>
          <a:prstGeom prst="rect">
            <a:avLst/>
          </a:prstGeom>
          <a:ln>
            <a:solidFill>
              <a:schemeClr val="tx1"/>
            </a:solidFill>
          </a:ln>
        </p:spPr>
      </p:pic>
      <p:pic>
        <p:nvPicPr>
          <p:cNvPr id="366" name="Picture 4" descr="Delta Lake - That Blue Cloud">
            <a:extLst>
              <a:ext uri="{FF2B5EF4-FFF2-40B4-BE49-F238E27FC236}">
                <a16:creationId xmlns:a16="http://schemas.microsoft.com/office/drawing/2014/main" id="{507F0042-9BC2-233E-290C-DC7BAB0104FC}"/>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892217" y="5064055"/>
            <a:ext cx="164597" cy="159543"/>
          </a:xfrm>
          <a:prstGeom prst="rect">
            <a:avLst/>
          </a:prstGeom>
          <a:noFill/>
          <a:extLst>
            <a:ext uri="{909E8E84-426E-40DD-AFC4-6F175D3DCCD1}">
              <a14:hiddenFill xmlns:a14="http://schemas.microsoft.com/office/drawing/2010/main">
                <a:solidFill>
                  <a:srgbClr val="FFFFFF"/>
                </a:solidFill>
              </a14:hiddenFill>
            </a:ext>
          </a:extLst>
        </p:spPr>
      </p:pic>
      <p:pic>
        <p:nvPicPr>
          <p:cNvPr id="367" name="Picture 4" descr="Delta Lake - That Blue Cloud">
            <a:extLst>
              <a:ext uri="{FF2B5EF4-FFF2-40B4-BE49-F238E27FC236}">
                <a16:creationId xmlns:a16="http://schemas.microsoft.com/office/drawing/2014/main" id="{749B690C-B994-3781-1603-CD2A82660CE4}"/>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575991" y="5060443"/>
            <a:ext cx="164597" cy="159543"/>
          </a:xfrm>
          <a:prstGeom prst="rect">
            <a:avLst/>
          </a:prstGeom>
          <a:noFill/>
          <a:extLst>
            <a:ext uri="{909E8E84-426E-40DD-AFC4-6F175D3DCCD1}">
              <a14:hiddenFill xmlns:a14="http://schemas.microsoft.com/office/drawing/2010/main">
                <a:solidFill>
                  <a:srgbClr val="FFFFFF"/>
                </a:solidFill>
              </a14:hiddenFill>
            </a:ext>
          </a:extLst>
        </p:spPr>
      </p:pic>
      <p:pic>
        <p:nvPicPr>
          <p:cNvPr id="368" name="Picture 4" descr="Delta Lake - That Blue Cloud">
            <a:extLst>
              <a:ext uri="{FF2B5EF4-FFF2-40B4-BE49-F238E27FC236}">
                <a16:creationId xmlns:a16="http://schemas.microsoft.com/office/drawing/2014/main" id="{D6E36E9B-3AC5-84EF-06FE-A014A965280B}"/>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299457" y="5034027"/>
            <a:ext cx="164597" cy="159543"/>
          </a:xfrm>
          <a:prstGeom prst="rect">
            <a:avLst/>
          </a:prstGeom>
          <a:noFill/>
          <a:extLst>
            <a:ext uri="{909E8E84-426E-40DD-AFC4-6F175D3DCCD1}">
              <a14:hiddenFill xmlns:a14="http://schemas.microsoft.com/office/drawing/2010/main">
                <a:solidFill>
                  <a:srgbClr val="FFFFFF"/>
                </a:solidFill>
              </a14:hiddenFill>
            </a:ext>
          </a:extLst>
        </p:spPr>
      </p:pic>
      <p:pic>
        <p:nvPicPr>
          <p:cNvPr id="370" name="Picture 369">
            <a:extLst>
              <a:ext uri="{FF2B5EF4-FFF2-40B4-BE49-F238E27FC236}">
                <a16:creationId xmlns:a16="http://schemas.microsoft.com/office/drawing/2014/main" id="{7312AF08-A8A3-9FD8-FB58-F8629AAF3016}"/>
              </a:ext>
            </a:extLst>
          </p:cNvPr>
          <p:cNvPicPr>
            <a:picLocks noChangeAspect="1"/>
          </p:cNvPicPr>
          <p:nvPr/>
        </p:nvPicPr>
        <p:blipFill>
          <a:blip r:embed="rId29"/>
          <a:stretch>
            <a:fillRect/>
          </a:stretch>
        </p:blipFill>
        <p:spPr>
          <a:xfrm>
            <a:off x="7265099" y="4351004"/>
            <a:ext cx="238921" cy="238921"/>
          </a:xfrm>
          <a:prstGeom prst="rect">
            <a:avLst/>
          </a:prstGeom>
          <a:ln>
            <a:solidFill>
              <a:sysClr val="windowText" lastClr="000000"/>
            </a:solidFill>
          </a:ln>
        </p:spPr>
      </p:pic>
      <p:pic>
        <p:nvPicPr>
          <p:cNvPr id="372" name="Picture 371">
            <a:extLst>
              <a:ext uri="{FF2B5EF4-FFF2-40B4-BE49-F238E27FC236}">
                <a16:creationId xmlns:a16="http://schemas.microsoft.com/office/drawing/2014/main" id="{CDF9477F-D22C-7F72-0C26-F6FC53DF848C}"/>
              </a:ext>
            </a:extLst>
          </p:cNvPr>
          <p:cNvPicPr>
            <a:picLocks noChangeAspect="1"/>
          </p:cNvPicPr>
          <p:nvPr/>
        </p:nvPicPr>
        <p:blipFill>
          <a:blip r:embed="rId30"/>
          <a:stretch>
            <a:fillRect/>
          </a:stretch>
        </p:blipFill>
        <p:spPr>
          <a:xfrm>
            <a:off x="7543586" y="4350061"/>
            <a:ext cx="238921" cy="238921"/>
          </a:xfrm>
          <a:prstGeom prst="rect">
            <a:avLst/>
          </a:prstGeom>
          <a:ln>
            <a:solidFill>
              <a:schemeClr val="tx1"/>
            </a:solidFill>
          </a:ln>
        </p:spPr>
      </p:pic>
      <p:sp>
        <p:nvSpPr>
          <p:cNvPr id="378" name="Rectangle 377">
            <a:extLst>
              <a:ext uri="{FF2B5EF4-FFF2-40B4-BE49-F238E27FC236}">
                <a16:creationId xmlns:a16="http://schemas.microsoft.com/office/drawing/2014/main" id="{43AB335E-E0A3-955E-9934-FEB208ACF9AC}"/>
              </a:ext>
            </a:extLst>
          </p:cNvPr>
          <p:cNvSpPr/>
          <p:nvPr/>
        </p:nvSpPr>
        <p:spPr>
          <a:xfrm rot="5400000">
            <a:off x="9981656" y="798348"/>
            <a:ext cx="911314" cy="6894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ptos" panose="020B0004020202020204" pitchFamily="34" charset="0"/>
            </a:endParaRPr>
          </a:p>
        </p:txBody>
      </p:sp>
      <p:sp>
        <p:nvSpPr>
          <p:cNvPr id="380" name="TextBox 379">
            <a:extLst>
              <a:ext uri="{FF2B5EF4-FFF2-40B4-BE49-F238E27FC236}">
                <a16:creationId xmlns:a16="http://schemas.microsoft.com/office/drawing/2014/main" id="{91AF987F-7AEA-25FA-781E-8311939E6C98}"/>
              </a:ext>
            </a:extLst>
          </p:cNvPr>
          <p:cNvSpPr txBox="1"/>
          <p:nvPr/>
        </p:nvSpPr>
        <p:spPr>
          <a:xfrm>
            <a:off x="10079056" y="428679"/>
            <a:ext cx="638949" cy="770067"/>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800" b="1" i="0" strike="noStrike" kern="1200" cap="none" spc="0" normalizeH="0" baseline="0" noProof="0">
                <a:ln>
                  <a:noFill/>
                </a:ln>
                <a:solidFill>
                  <a:srgbClr val="000000"/>
                </a:solidFill>
                <a:effectLst/>
                <a:uLnTx/>
                <a:uFillTx/>
                <a:latin typeface="Aptos" panose="020B0004020202020204" pitchFamily="34" charset="0"/>
              </a:rPr>
              <a:t>Continuous Monitoring</a:t>
            </a:r>
          </a:p>
        </p:txBody>
      </p:sp>
      <p:cxnSp>
        <p:nvCxnSpPr>
          <p:cNvPr id="381" name="Elbow Connector 94">
            <a:extLst>
              <a:ext uri="{FF2B5EF4-FFF2-40B4-BE49-F238E27FC236}">
                <a16:creationId xmlns:a16="http://schemas.microsoft.com/office/drawing/2014/main" id="{4529271D-CD18-7CE8-78E8-B94AB5A8704E}"/>
              </a:ext>
            </a:extLst>
          </p:cNvPr>
          <p:cNvCxnSpPr>
            <a:cxnSpLocks/>
            <a:stCxn id="397" idx="0"/>
          </p:cNvCxnSpPr>
          <p:nvPr/>
        </p:nvCxnSpPr>
        <p:spPr>
          <a:xfrm rot="5400000" flipH="1" flipV="1">
            <a:off x="10246434" y="1673247"/>
            <a:ext cx="304194" cy="18428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3" name="TextBox 382">
            <a:extLst>
              <a:ext uri="{FF2B5EF4-FFF2-40B4-BE49-F238E27FC236}">
                <a16:creationId xmlns:a16="http://schemas.microsoft.com/office/drawing/2014/main" id="{99CD1F69-4F77-593A-D6D4-E66CE058F85B}"/>
              </a:ext>
            </a:extLst>
          </p:cNvPr>
          <p:cNvSpPr txBox="1"/>
          <p:nvPr/>
        </p:nvSpPr>
        <p:spPr>
          <a:xfrm>
            <a:off x="9649419" y="1329284"/>
            <a:ext cx="407388" cy="346242"/>
          </a:xfrm>
          <a:prstGeom prst="rect">
            <a:avLst/>
          </a:prstGeom>
          <a:noFill/>
          <a:ln>
            <a:noFill/>
          </a:ln>
        </p:spPr>
        <p:txBody>
          <a:bodyPr wrap="square" lIns="0" tIns="0" rIns="0" bIns="0" rtlCol="0" anchor="ctr" anchorCtr="0">
            <a:noAutofit/>
          </a:bodyPr>
          <a:lstStyle/>
          <a:p>
            <a:pPr marL="0" marR="0" lvl="0" indent="0" algn="l"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Monitor &amp; log</a:t>
            </a:r>
          </a:p>
        </p:txBody>
      </p:sp>
      <p:sp>
        <p:nvSpPr>
          <p:cNvPr id="387" name="Rectangle 386">
            <a:extLst>
              <a:ext uri="{FF2B5EF4-FFF2-40B4-BE49-F238E27FC236}">
                <a16:creationId xmlns:a16="http://schemas.microsoft.com/office/drawing/2014/main" id="{76B76F25-F094-0E1A-4AE0-39B23525AF1D}"/>
              </a:ext>
            </a:extLst>
          </p:cNvPr>
          <p:cNvSpPr/>
          <p:nvPr/>
        </p:nvSpPr>
        <p:spPr>
          <a:xfrm>
            <a:off x="2257926" y="1872887"/>
            <a:ext cx="919553" cy="97891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Model </a:t>
            </a:r>
          </a:p>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Endpoints</a:t>
            </a:r>
          </a:p>
        </p:txBody>
      </p:sp>
      <p:sp>
        <p:nvSpPr>
          <p:cNvPr id="390" name="Rectangle 389">
            <a:extLst>
              <a:ext uri="{FF2B5EF4-FFF2-40B4-BE49-F238E27FC236}">
                <a16:creationId xmlns:a16="http://schemas.microsoft.com/office/drawing/2014/main" id="{FB45FDED-7587-38DB-3864-6E2038A76183}"/>
              </a:ext>
            </a:extLst>
          </p:cNvPr>
          <p:cNvSpPr/>
          <p:nvPr/>
        </p:nvSpPr>
        <p:spPr>
          <a:xfrm>
            <a:off x="569861" y="584239"/>
            <a:ext cx="3119860" cy="2465762"/>
          </a:xfrm>
          <a:prstGeom prst="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Aptos" panose="020B0004020202020204" pitchFamily="34" charset="0"/>
            </a:endParaRPr>
          </a:p>
        </p:txBody>
      </p:sp>
      <p:sp>
        <p:nvSpPr>
          <p:cNvPr id="397" name="Rectangle 396">
            <a:extLst>
              <a:ext uri="{FF2B5EF4-FFF2-40B4-BE49-F238E27FC236}">
                <a16:creationId xmlns:a16="http://schemas.microsoft.com/office/drawing/2014/main" id="{4A5DA430-B1B9-AF4B-5193-97FDE0A3F499}"/>
              </a:ext>
            </a:extLst>
          </p:cNvPr>
          <p:cNvSpPr/>
          <p:nvPr/>
        </p:nvSpPr>
        <p:spPr>
          <a:xfrm>
            <a:off x="9972723" y="1917487"/>
            <a:ext cx="667330" cy="484660"/>
          </a:xfrm>
          <a:prstGeom prst="rect">
            <a:avLst/>
          </a:prstGeom>
          <a:noFill/>
          <a:ln>
            <a:solidFill>
              <a:srgbClr val="0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Aptos" panose="020B0004020202020204" pitchFamily="34" charset="0"/>
            </a:endParaRPr>
          </a:p>
        </p:txBody>
      </p:sp>
      <p:pic>
        <p:nvPicPr>
          <p:cNvPr id="17" name="Picture 4" descr="MLflow | MLflow">
            <a:extLst>
              <a:ext uri="{FF2B5EF4-FFF2-40B4-BE49-F238E27FC236}">
                <a16:creationId xmlns:a16="http://schemas.microsoft.com/office/drawing/2014/main" id="{5A1BB373-43FE-63A9-79E3-A2B2A833FBB1}"/>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85541" y="2581671"/>
            <a:ext cx="480617" cy="26914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MLflow | MLflow">
            <a:extLst>
              <a:ext uri="{FF2B5EF4-FFF2-40B4-BE49-F238E27FC236}">
                <a16:creationId xmlns:a16="http://schemas.microsoft.com/office/drawing/2014/main" id="{E2D0B8DA-BAD9-0AD2-EFE7-9793349FDE58}"/>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0206829" y="1322667"/>
            <a:ext cx="480617" cy="26914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MLflow | MLflow">
            <a:extLst>
              <a:ext uri="{FF2B5EF4-FFF2-40B4-BE49-F238E27FC236}">
                <a16:creationId xmlns:a16="http://schemas.microsoft.com/office/drawing/2014/main" id="{4E875FC8-6AD4-923A-A297-4029630BCE5F}"/>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188310" y="1611267"/>
            <a:ext cx="480617" cy="269145"/>
          </a:xfrm>
          <a:prstGeom prst="rect">
            <a:avLst/>
          </a:prstGeom>
          <a:noFill/>
          <a:extLst>
            <a:ext uri="{909E8E84-426E-40DD-AFC4-6F175D3DCCD1}">
              <a14:hiddenFill xmlns:a14="http://schemas.microsoft.com/office/drawing/2010/main">
                <a:solidFill>
                  <a:srgbClr val="FFFFFF"/>
                </a:solidFill>
              </a14:hiddenFill>
            </a:ext>
          </a:extLst>
        </p:spPr>
      </p:pic>
      <p:sp>
        <p:nvSpPr>
          <p:cNvPr id="34" name="Hexagon 33">
            <a:extLst>
              <a:ext uri="{FF2B5EF4-FFF2-40B4-BE49-F238E27FC236}">
                <a16:creationId xmlns:a16="http://schemas.microsoft.com/office/drawing/2014/main" id="{097569E7-E86E-B4B4-F919-185493F5AC5E}"/>
              </a:ext>
            </a:extLst>
          </p:cNvPr>
          <p:cNvSpPr/>
          <p:nvPr/>
        </p:nvSpPr>
        <p:spPr>
          <a:xfrm rot="5400000">
            <a:off x="10005016" y="1931394"/>
            <a:ext cx="504856" cy="464313"/>
          </a:xfrm>
          <a:prstGeom prst="hexagon">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35" name="TextBox 34">
            <a:extLst>
              <a:ext uri="{FF2B5EF4-FFF2-40B4-BE49-F238E27FC236}">
                <a16:creationId xmlns:a16="http://schemas.microsoft.com/office/drawing/2014/main" id="{627E3015-FDED-8BE8-BA5F-F3CDBB5ACE3A}"/>
              </a:ext>
            </a:extLst>
          </p:cNvPr>
          <p:cNvSpPr txBox="1"/>
          <p:nvPr/>
        </p:nvSpPr>
        <p:spPr>
          <a:xfrm>
            <a:off x="10092566" y="1988104"/>
            <a:ext cx="357733" cy="314266"/>
          </a:xfrm>
          <a:prstGeom prst="rect">
            <a:avLst/>
          </a:prstGeom>
          <a:noFill/>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ptos" panose="020B0004020202020204" pitchFamily="34" charset="0"/>
              </a:rPr>
              <a:t>Model Serving  Rest API</a:t>
            </a:r>
          </a:p>
        </p:txBody>
      </p:sp>
      <p:pic>
        <p:nvPicPr>
          <p:cNvPr id="32" name="Google Shape;233;p1">
            <a:extLst>
              <a:ext uri="{FF2B5EF4-FFF2-40B4-BE49-F238E27FC236}">
                <a16:creationId xmlns:a16="http://schemas.microsoft.com/office/drawing/2014/main" id="{D6F89A0F-AB22-AA8D-B7BC-7BCC9A392277}"/>
              </a:ext>
            </a:extLst>
          </p:cNvPr>
          <p:cNvPicPr preferRelativeResize="0"/>
          <p:nvPr/>
        </p:nvPicPr>
        <p:blipFill>
          <a:blip r:embed="rId27">
            <a:alphaModFix/>
          </a:blip>
          <a:stretch>
            <a:fillRect/>
          </a:stretch>
        </p:blipFill>
        <p:spPr>
          <a:xfrm>
            <a:off x="3219655" y="1845067"/>
            <a:ext cx="343629" cy="250542"/>
          </a:xfrm>
          <a:prstGeom prst="rect">
            <a:avLst/>
          </a:prstGeom>
          <a:noFill/>
          <a:ln>
            <a:noFill/>
          </a:ln>
        </p:spPr>
      </p:pic>
      <p:pic>
        <p:nvPicPr>
          <p:cNvPr id="33" name="Google Shape;233;p1">
            <a:extLst>
              <a:ext uri="{FF2B5EF4-FFF2-40B4-BE49-F238E27FC236}">
                <a16:creationId xmlns:a16="http://schemas.microsoft.com/office/drawing/2014/main" id="{EEA0D421-80C4-DC40-6F95-3ED7009E976B}"/>
              </a:ext>
            </a:extLst>
          </p:cNvPr>
          <p:cNvPicPr preferRelativeResize="0"/>
          <p:nvPr/>
        </p:nvPicPr>
        <p:blipFill>
          <a:blip r:embed="rId27">
            <a:alphaModFix/>
          </a:blip>
          <a:stretch>
            <a:fillRect/>
          </a:stretch>
        </p:blipFill>
        <p:spPr>
          <a:xfrm>
            <a:off x="1140903" y="2601261"/>
            <a:ext cx="343629" cy="250542"/>
          </a:xfrm>
          <a:prstGeom prst="rect">
            <a:avLst/>
          </a:prstGeom>
          <a:noFill/>
          <a:ln>
            <a:noFill/>
          </a:ln>
        </p:spPr>
      </p:pic>
      <p:sp>
        <p:nvSpPr>
          <p:cNvPr id="41" name="Rectangle 40">
            <a:extLst>
              <a:ext uri="{FF2B5EF4-FFF2-40B4-BE49-F238E27FC236}">
                <a16:creationId xmlns:a16="http://schemas.microsoft.com/office/drawing/2014/main" id="{8EE72BD5-AC7F-9CA1-6F00-DEAC9CD1FA82}"/>
              </a:ext>
            </a:extLst>
          </p:cNvPr>
          <p:cNvSpPr/>
          <p:nvPr/>
        </p:nvSpPr>
        <p:spPr>
          <a:xfrm>
            <a:off x="2306864" y="2119799"/>
            <a:ext cx="821970" cy="3003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ptos" panose="020B0004020202020204" pitchFamily="34" charset="0"/>
              </a:rPr>
              <a:t>Databricks </a:t>
            </a:r>
          </a:p>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ptos" panose="020B0004020202020204" pitchFamily="34" charset="0"/>
              </a:rPr>
              <a:t>Model Serving</a:t>
            </a:r>
            <a:endParaRPr kumimoji="0" lang="en-US" sz="400" b="0" i="0" u="none" strike="noStrike" kern="1200" cap="none" spc="0" normalizeH="0" baseline="0" noProof="0">
              <a:ln>
                <a:noFill/>
              </a:ln>
              <a:solidFill>
                <a:srgbClr val="000000"/>
              </a:solidFill>
              <a:effectLst/>
              <a:uLnTx/>
              <a:uFillTx/>
              <a:latin typeface="Aptos" panose="020B0004020202020204" pitchFamily="34" charset="0"/>
            </a:endParaRPr>
          </a:p>
        </p:txBody>
      </p:sp>
      <p:sp>
        <p:nvSpPr>
          <p:cNvPr id="43" name="TextBox 42">
            <a:extLst>
              <a:ext uri="{FF2B5EF4-FFF2-40B4-BE49-F238E27FC236}">
                <a16:creationId xmlns:a16="http://schemas.microsoft.com/office/drawing/2014/main" id="{62ECC23B-3910-961C-8015-8E4F8EEC6444}"/>
              </a:ext>
            </a:extLst>
          </p:cNvPr>
          <p:cNvSpPr txBox="1"/>
          <p:nvPr/>
        </p:nvSpPr>
        <p:spPr>
          <a:xfrm>
            <a:off x="2433761" y="1927959"/>
            <a:ext cx="571975" cy="170194"/>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err="1">
                <a:ln>
                  <a:noFill/>
                </a:ln>
                <a:solidFill>
                  <a:srgbClr val="000000"/>
                </a:solidFill>
                <a:effectLst/>
                <a:uLnTx/>
                <a:uFillTx/>
                <a:latin typeface="Aptos" panose="020B0004020202020204" pitchFamily="34" charset="0"/>
              </a:rPr>
              <a:t>MosaicAI</a:t>
            </a:r>
            <a:endParaRPr kumimoji="0" lang="en-US" sz="500" b="0" i="0" u="none" strike="noStrike" kern="1200" cap="none" spc="0" normalizeH="0" baseline="0" noProof="0">
              <a:ln>
                <a:noFill/>
              </a:ln>
              <a:solidFill>
                <a:srgbClr val="000000"/>
              </a:solidFill>
              <a:effectLst/>
              <a:uLnTx/>
              <a:uFillTx/>
              <a:latin typeface="Aptos" panose="020B0004020202020204" pitchFamily="34" charset="0"/>
            </a:endParaRPr>
          </a:p>
        </p:txBody>
      </p:sp>
      <p:sp>
        <p:nvSpPr>
          <p:cNvPr id="44" name="TextBox 43">
            <a:extLst>
              <a:ext uri="{FF2B5EF4-FFF2-40B4-BE49-F238E27FC236}">
                <a16:creationId xmlns:a16="http://schemas.microsoft.com/office/drawing/2014/main" id="{4E453079-531C-5259-8033-7E464AE65EBD}"/>
              </a:ext>
            </a:extLst>
          </p:cNvPr>
          <p:cNvSpPr txBox="1"/>
          <p:nvPr/>
        </p:nvSpPr>
        <p:spPr>
          <a:xfrm>
            <a:off x="623005" y="663828"/>
            <a:ext cx="571975" cy="170194"/>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err="1">
                <a:ln>
                  <a:noFill/>
                </a:ln>
                <a:solidFill>
                  <a:srgbClr val="000000"/>
                </a:solidFill>
                <a:effectLst/>
                <a:uLnTx/>
                <a:uFillTx/>
                <a:latin typeface="Aptos" panose="020B0004020202020204" pitchFamily="34" charset="0"/>
              </a:rPr>
              <a:t>MosaicAI</a:t>
            </a:r>
            <a:endParaRPr kumimoji="0" lang="en-US" sz="500" b="0" i="0" u="none" strike="noStrike" kern="1200" cap="none" spc="0" normalizeH="0" baseline="0" noProof="0">
              <a:ln>
                <a:noFill/>
              </a:ln>
              <a:solidFill>
                <a:srgbClr val="000000"/>
              </a:solidFill>
              <a:effectLst/>
              <a:uLnTx/>
              <a:uFillTx/>
              <a:latin typeface="Aptos" panose="020B0004020202020204" pitchFamily="34" charset="0"/>
            </a:endParaRPr>
          </a:p>
        </p:txBody>
      </p:sp>
      <p:sp>
        <p:nvSpPr>
          <p:cNvPr id="50" name="TextBox 49">
            <a:extLst>
              <a:ext uri="{FF2B5EF4-FFF2-40B4-BE49-F238E27FC236}">
                <a16:creationId xmlns:a16="http://schemas.microsoft.com/office/drawing/2014/main" id="{4600B6E5-84DD-CE26-F406-DEDCC66E76DB}"/>
              </a:ext>
            </a:extLst>
          </p:cNvPr>
          <p:cNvSpPr txBox="1"/>
          <p:nvPr/>
        </p:nvSpPr>
        <p:spPr>
          <a:xfrm>
            <a:off x="2154095" y="4638323"/>
            <a:ext cx="2213075" cy="261610"/>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ptos" panose="020B0004020202020204" pitchFamily="34" charset="0"/>
              </a:rPr>
              <a:t>Azure </a:t>
            </a:r>
            <a:r>
              <a:rPr kumimoji="0" lang="en-US" sz="1100" b="0" i="0" u="none" strike="noStrike" kern="1200" cap="none" spc="0" normalizeH="0" baseline="0" noProof="0" err="1">
                <a:ln>
                  <a:noFill/>
                </a:ln>
                <a:solidFill>
                  <a:srgbClr val="000000"/>
                </a:solidFill>
                <a:effectLst/>
                <a:uLnTx/>
                <a:uFillTx/>
                <a:latin typeface="Aptos" panose="020B0004020202020204" pitchFamily="34" charset="0"/>
              </a:rPr>
              <a:t>DataLake</a:t>
            </a:r>
            <a:r>
              <a:rPr kumimoji="0" lang="en-US" sz="1100" b="0" i="0" u="none" strike="noStrike" kern="1200" cap="none" spc="0" normalizeH="0" baseline="0" noProof="0">
                <a:ln>
                  <a:noFill/>
                </a:ln>
                <a:solidFill>
                  <a:srgbClr val="000000"/>
                </a:solidFill>
                <a:effectLst/>
                <a:uLnTx/>
                <a:uFillTx/>
                <a:latin typeface="Aptos" panose="020B0004020202020204" pitchFamily="34" charset="0"/>
              </a:rPr>
              <a:t> Storage Gen2</a:t>
            </a:r>
          </a:p>
        </p:txBody>
      </p:sp>
      <p:pic>
        <p:nvPicPr>
          <p:cNvPr id="36" name="Picture 35">
            <a:extLst>
              <a:ext uri="{FF2B5EF4-FFF2-40B4-BE49-F238E27FC236}">
                <a16:creationId xmlns:a16="http://schemas.microsoft.com/office/drawing/2014/main" id="{CDCDEC84-B22D-A06D-0FA9-A752085D8C39}"/>
              </a:ext>
            </a:extLst>
          </p:cNvPr>
          <p:cNvPicPr>
            <a:picLocks noChangeAspect="1"/>
          </p:cNvPicPr>
          <p:nvPr/>
        </p:nvPicPr>
        <p:blipFill>
          <a:blip r:embed="rId33"/>
          <a:stretch>
            <a:fillRect/>
          </a:stretch>
        </p:blipFill>
        <p:spPr>
          <a:xfrm>
            <a:off x="10144169" y="1033783"/>
            <a:ext cx="552514" cy="221006"/>
          </a:xfrm>
          <a:prstGeom prst="rect">
            <a:avLst/>
          </a:prstGeom>
        </p:spPr>
      </p:pic>
      <p:pic>
        <p:nvPicPr>
          <p:cNvPr id="40" name="Graphic 39" descr="Computer with solid fill">
            <a:extLst>
              <a:ext uri="{FF2B5EF4-FFF2-40B4-BE49-F238E27FC236}">
                <a16:creationId xmlns:a16="http://schemas.microsoft.com/office/drawing/2014/main" id="{E07F6B4C-2B69-19B7-5BBC-53DF757A1BAC}"/>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1353668" y="1936225"/>
            <a:ext cx="460000" cy="460000"/>
          </a:xfrm>
          <a:prstGeom prst="rect">
            <a:avLst/>
          </a:prstGeom>
        </p:spPr>
      </p:pic>
      <p:grpSp>
        <p:nvGrpSpPr>
          <p:cNvPr id="51" name="Group 50">
            <a:extLst>
              <a:ext uri="{FF2B5EF4-FFF2-40B4-BE49-F238E27FC236}">
                <a16:creationId xmlns:a16="http://schemas.microsoft.com/office/drawing/2014/main" id="{AD6DEDBA-9EB7-345B-FA5C-C2F0238F1B71}"/>
              </a:ext>
            </a:extLst>
          </p:cNvPr>
          <p:cNvGrpSpPr/>
          <p:nvPr/>
        </p:nvGrpSpPr>
        <p:grpSpPr>
          <a:xfrm>
            <a:off x="11327306" y="1714633"/>
            <a:ext cx="493780" cy="319964"/>
            <a:chOff x="257503" y="2998176"/>
            <a:chExt cx="995161" cy="554798"/>
          </a:xfrm>
        </p:grpSpPr>
        <p:pic>
          <p:nvPicPr>
            <p:cNvPr id="53" name="Graphic 52" descr="Male profile with solid fill">
              <a:extLst>
                <a:ext uri="{FF2B5EF4-FFF2-40B4-BE49-F238E27FC236}">
                  <a16:creationId xmlns:a16="http://schemas.microsoft.com/office/drawing/2014/main" id="{C57AD866-E867-E50F-40C9-C924D7F1AED4}"/>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257503" y="2998176"/>
              <a:ext cx="554796" cy="554796"/>
            </a:xfrm>
            <a:prstGeom prst="rect">
              <a:avLst/>
            </a:prstGeom>
          </p:spPr>
        </p:pic>
        <p:pic>
          <p:nvPicPr>
            <p:cNvPr id="56" name="Graphic 55" descr="Female Profile with solid fill">
              <a:extLst>
                <a:ext uri="{FF2B5EF4-FFF2-40B4-BE49-F238E27FC236}">
                  <a16:creationId xmlns:a16="http://schemas.microsoft.com/office/drawing/2014/main" id="{519D1711-43F5-9433-9EBD-F49848D42852}"/>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697868" y="2998178"/>
              <a:ext cx="554796" cy="554796"/>
            </a:xfrm>
            <a:prstGeom prst="rect">
              <a:avLst/>
            </a:prstGeom>
          </p:spPr>
        </p:pic>
      </p:grpSp>
      <p:sp>
        <p:nvSpPr>
          <p:cNvPr id="57" name="TextBox 56">
            <a:extLst>
              <a:ext uri="{FF2B5EF4-FFF2-40B4-BE49-F238E27FC236}">
                <a16:creationId xmlns:a16="http://schemas.microsoft.com/office/drawing/2014/main" id="{AF1EE992-4AB5-2735-A045-052CC3B5E96D}"/>
              </a:ext>
            </a:extLst>
          </p:cNvPr>
          <p:cNvSpPr txBox="1"/>
          <p:nvPr/>
        </p:nvSpPr>
        <p:spPr>
          <a:xfrm>
            <a:off x="11240115" y="2325453"/>
            <a:ext cx="646265" cy="275346"/>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Business Users / Apps</a:t>
            </a:r>
          </a:p>
        </p:txBody>
      </p:sp>
      <p:sp>
        <p:nvSpPr>
          <p:cNvPr id="71" name="TextBox 70">
            <a:extLst>
              <a:ext uri="{FF2B5EF4-FFF2-40B4-BE49-F238E27FC236}">
                <a16:creationId xmlns:a16="http://schemas.microsoft.com/office/drawing/2014/main" id="{D2243082-7C71-B5F4-AF7C-1C1B462AFFD9}"/>
              </a:ext>
            </a:extLst>
          </p:cNvPr>
          <p:cNvSpPr txBox="1"/>
          <p:nvPr/>
        </p:nvSpPr>
        <p:spPr>
          <a:xfrm>
            <a:off x="4599371" y="2908756"/>
            <a:ext cx="1273042" cy="203067"/>
          </a:xfrm>
          <a:prstGeom prst="rect">
            <a:avLst/>
          </a:prstGeom>
          <a:noFill/>
          <a:ln>
            <a:noFill/>
          </a:ln>
        </p:spPr>
        <p:txBody>
          <a:bodyPr wrap="square" lIns="0" tIns="0" rIns="0" bIns="0" rtlCol="0" anchor="ctr" anchorCtr="0">
            <a:noAutofit/>
          </a:bodyPr>
          <a:lstStyle/>
          <a:p>
            <a:pPr algn="ctr"/>
            <a:r>
              <a:rPr lang="en-US" sz="900">
                <a:latin typeface="Aptos" panose="020B0004020202020204" pitchFamily="34" charset="0"/>
              </a:rPr>
              <a:t>Semantic cache search</a:t>
            </a:r>
          </a:p>
        </p:txBody>
      </p:sp>
      <p:cxnSp>
        <p:nvCxnSpPr>
          <p:cNvPr id="84" name="Elbow Connector 83">
            <a:extLst>
              <a:ext uri="{FF2B5EF4-FFF2-40B4-BE49-F238E27FC236}">
                <a16:creationId xmlns:a16="http://schemas.microsoft.com/office/drawing/2014/main" id="{62A294E2-AE8C-8E62-4494-6B88D12502DD}"/>
              </a:ext>
            </a:extLst>
          </p:cNvPr>
          <p:cNvCxnSpPr>
            <a:cxnSpLocks/>
          </p:cNvCxnSpPr>
          <p:nvPr/>
        </p:nvCxnSpPr>
        <p:spPr>
          <a:xfrm rot="5400000">
            <a:off x="7306580" y="1923645"/>
            <a:ext cx="1898396" cy="5375471"/>
          </a:xfrm>
          <a:prstGeom prst="bentConnector2">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FADDB549-740C-113A-A2EC-B077E27E52E0}"/>
              </a:ext>
            </a:extLst>
          </p:cNvPr>
          <p:cNvSpPr txBox="1"/>
          <p:nvPr/>
        </p:nvSpPr>
        <p:spPr>
          <a:xfrm>
            <a:off x="10445842" y="3368914"/>
            <a:ext cx="509651" cy="390587"/>
          </a:xfrm>
          <a:prstGeom prst="rect">
            <a:avLst/>
          </a:prstGeom>
          <a:noFill/>
          <a:ln>
            <a:noFill/>
          </a:ln>
        </p:spPr>
        <p:txBody>
          <a:bodyPr wrap="square" lIns="0" tIns="0" rIns="0" bIns="0" rtlCol="0" anchor="ctr" anchorCtr="0">
            <a:noAutofit/>
          </a:bodyPr>
          <a:lstStyle/>
          <a:p>
            <a:r>
              <a:rPr lang="en-US" sz="900">
                <a:latin typeface="Aptos" panose="020B0004020202020204" pitchFamily="34" charset="0"/>
              </a:rPr>
              <a:t>Save to </a:t>
            </a:r>
          </a:p>
          <a:p>
            <a:r>
              <a:rPr lang="en-US" sz="900">
                <a:latin typeface="Aptos" panose="020B0004020202020204" pitchFamily="34" charset="0"/>
              </a:rPr>
              <a:t>Semantic Cache</a:t>
            </a:r>
          </a:p>
        </p:txBody>
      </p:sp>
      <p:grpSp>
        <p:nvGrpSpPr>
          <p:cNvPr id="104" name="Group 103">
            <a:extLst>
              <a:ext uri="{FF2B5EF4-FFF2-40B4-BE49-F238E27FC236}">
                <a16:creationId xmlns:a16="http://schemas.microsoft.com/office/drawing/2014/main" id="{B5328644-13BC-B2E0-E3EB-EB5D6CBD9270}"/>
              </a:ext>
            </a:extLst>
          </p:cNvPr>
          <p:cNvGrpSpPr/>
          <p:nvPr/>
        </p:nvGrpSpPr>
        <p:grpSpPr>
          <a:xfrm>
            <a:off x="10703813" y="3193552"/>
            <a:ext cx="179293" cy="194098"/>
            <a:chOff x="7644823" y="2887230"/>
            <a:chExt cx="179293" cy="194098"/>
          </a:xfrm>
        </p:grpSpPr>
        <p:sp>
          <p:nvSpPr>
            <p:cNvPr id="105" name="Flowchart: Connector 34">
              <a:extLst>
                <a:ext uri="{FF2B5EF4-FFF2-40B4-BE49-F238E27FC236}">
                  <a16:creationId xmlns:a16="http://schemas.microsoft.com/office/drawing/2014/main" id="{D72D820F-A9CE-7015-3A78-0E44414DB56D}"/>
                </a:ext>
              </a:extLst>
            </p:cNvPr>
            <p:cNvSpPr/>
            <p:nvPr/>
          </p:nvSpPr>
          <p:spPr>
            <a:xfrm>
              <a:off x="7644824" y="2887230"/>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ptos" panose="020B0004020202020204" pitchFamily="34" charset="0"/>
              </a:endParaRPr>
            </a:p>
          </p:txBody>
        </p:sp>
        <p:sp>
          <p:nvSpPr>
            <p:cNvPr id="106" name="TextBox 105">
              <a:extLst>
                <a:ext uri="{FF2B5EF4-FFF2-40B4-BE49-F238E27FC236}">
                  <a16:creationId xmlns:a16="http://schemas.microsoft.com/office/drawing/2014/main" id="{2461245C-B254-5662-C1E7-DB0BD7FE67AC}"/>
                </a:ext>
              </a:extLst>
            </p:cNvPr>
            <p:cNvSpPr txBox="1"/>
            <p:nvPr/>
          </p:nvSpPr>
          <p:spPr>
            <a:xfrm>
              <a:off x="7644823" y="2888003"/>
              <a:ext cx="179292" cy="193325"/>
            </a:xfrm>
            <a:prstGeom prst="rect">
              <a:avLst/>
            </a:prstGeom>
            <a:noFill/>
            <a:ln>
              <a:noFill/>
            </a:ln>
          </p:spPr>
          <p:txBody>
            <a:bodyPr wrap="square" lIns="0" tIns="0" rIns="0" bIns="0" rtlCol="0" anchor="ctr" anchorCtr="0">
              <a:noAutofit/>
            </a:bodyPr>
            <a:lstStyle/>
            <a:p>
              <a:pPr algn="ctr"/>
              <a:r>
                <a:rPr lang="en-US" sz="1100">
                  <a:solidFill>
                    <a:schemeClr val="bg1"/>
                  </a:solidFill>
                  <a:latin typeface="Aptos" panose="020B0004020202020204" pitchFamily="34" charset="0"/>
                </a:rPr>
                <a:t>10</a:t>
              </a:r>
            </a:p>
          </p:txBody>
        </p:sp>
      </p:grpSp>
      <p:sp>
        <p:nvSpPr>
          <p:cNvPr id="107" name="Flowchart: Connector 34">
            <a:extLst>
              <a:ext uri="{FF2B5EF4-FFF2-40B4-BE49-F238E27FC236}">
                <a16:creationId xmlns:a16="http://schemas.microsoft.com/office/drawing/2014/main" id="{6CF9F828-8D06-9C6D-C7AA-86D9CAB64D84}"/>
              </a:ext>
            </a:extLst>
          </p:cNvPr>
          <p:cNvSpPr/>
          <p:nvPr/>
        </p:nvSpPr>
        <p:spPr>
          <a:xfrm>
            <a:off x="5834504" y="2910888"/>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Aptos" panose="020B0004020202020204" pitchFamily="34" charset="0"/>
              </a:rPr>
              <a:t>5</a:t>
            </a:r>
          </a:p>
        </p:txBody>
      </p:sp>
      <p:sp>
        <p:nvSpPr>
          <p:cNvPr id="125" name="TextBox 124">
            <a:extLst>
              <a:ext uri="{FF2B5EF4-FFF2-40B4-BE49-F238E27FC236}">
                <a16:creationId xmlns:a16="http://schemas.microsoft.com/office/drawing/2014/main" id="{E0D37124-7B64-D9A1-E1F5-00D8F4B48A08}"/>
              </a:ext>
            </a:extLst>
          </p:cNvPr>
          <p:cNvSpPr txBox="1"/>
          <p:nvPr/>
        </p:nvSpPr>
        <p:spPr>
          <a:xfrm>
            <a:off x="9360859" y="5184600"/>
            <a:ext cx="845970" cy="190668"/>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i="0" u="none" strike="noStrike" kern="1200" cap="none" spc="0" normalizeH="0" baseline="0" noProof="0">
                <a:ln>
                  <a:noFill/>
                </a:ln>
                <a:solidFill>
                  <a:srgbClr val="000000"/>
                </a:solidFill>
                <a:effectLst/>
                <a:uLnTx/>
                <a:uFillTx/>
                <a:latin typeface="Aptos" panose="020B0004020202020204" pitchFamily="34" charset="0"/>
              </a:rPr>
              <a:t>Databricks vector </a:t>
            </a:r>
            <a:r>
              <a:rPr kumimoji="0" lang="en-US" sz="950" i="0" u="none" strike="noStrike" kern="1200" cap="none" spc="0" normalizeH="0" baseline="0" noProof="0" err="1">
                <a:ln>
                  <a:noFill/>
                </a:ln>
                <a:solidFill>
                  <a:srgbClr val="000000"/>
                </a:solidFill>
                <a:effectLst/>
                <a:uLnTx/>
                <a:uFillTx/>
                <a:latin typeface="Aptos" panose="020B0004020202020204" pitchFamily="34" charset="0"/>
              </a:rPr>
              <a:t>db</a:t>
            </a:r>
            <a:endParaRPr kumimoji="0" lang="en-US" sz="950" i="0" u="none" strike="noStrike" kern="1200" cap="none" spc="0" normalizeH="0" baseline="0" noProof="0">
              <a:ln>
                <a:noFill/>
              </a:ln>
              <a:solidFill>
                <a:srgbClr val="000000"/>
              </a:solidFill>
              <a:effectLst/>
              <a:uLnTx/>
              <a:uFillTx/>
              <a:latin typeface="Aptos" panose="020B0004020202020204" pitchFamily="34" charset="0"/>
            </a:endParaRPr>
          </a:p>
        </p:txBody>
      </p:sp>
      <p:grpSp>
        <p:nvGrpSpPr>
          <p:cNvPr id="129" name="Group 128">
            <a:extLst>
              <a:ext uri="{FF2B5EF4-FFF2-40B4-BE49-F238E27FC236}">
                <a16:creationId xmlns:a16="http://schemas.microsoft.com/office/drawing/2014/main" id="{1EFC160A-3363-E597-451A-539993E4BE48}"/>
              </a:ext>
            </a:extLst>
          </p:cNvPr>
          <p:cNvGrpSpPr/>
          <p:nvPr/>
        </p:nvGrpSpPr>
        <p:grpSpPr>
          <a:xfrm>
            <a:off x="10653493" y="759894"/>
            <a:ext cx="179293" cy="194098"/>
            <a:chOff x="7644823" y="2887230"/>
            <a:chExt cx="179293" cy="194098"/>
          </a:xfrm>
        </p:grpSpPr>
        <p:sp>
          <p:nvSpPr>
            <p:cNvPr id="131" name="Flowchart: Connector 34">
              <a:extLst>
                <a:ext uri="{FF2B5EF4-FFF2-40B4-BE49-F238E27FC236}">
                  <a16:creationId xmlns:a16="http://schemas.microsoft.com/office/drawing/2014/main" id="{52F7E1BC-1323-612F-D6C2-1C9975322D50}"/>
                </a:ext>
              </a:extLst>
            </p:cNvPr>
            <p:cNvSpPr/>
            <p:nvPr/>
          </p:nvSpPr>
          <p:spPr>
            <a:xfrm>
              <a:off x="7644824" y="2887230"/>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sp>
          <p:nvSpPr>
            <p:cNvPr id="132" name="TextBox 131">
              <a:extLst>
                <a:ext uri="{FF2B5EF4-FFF2-40B4-BE49-F238E27FC236}">
                  <a16:creationId xmlns:a16="http://schemas.microsoft.com/office/drawing/2014/main" id="{872D35CA-795A-8396-0D49-8CB01438CF11}"/>
                </a:ext>
              </a:extLst>
            </p:cNvPr>
            <p:cNvSpPr txBox="1"/>
            <p:nvPr/>
          </p:nvSpPr>
          <p:spPr>
            <a:xfrm>
              <a:off x="7644823" y="2888003"/>
              <a:ext cx="179292" cy="193325"/>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ptos" panose="020B0004020202020204" pitchFamily="34" charset="0"/>
                </a:rPr>
                <a:t>14</a:t>
              </a:r>
            </a:p>
          </p:txBody>
        </p:sp>
      </p:grpSp>
      <p:sp>
        <p:nvSpPr>
          <p:cNvPr id="133" name="Flowchart: Connector 34">
            <a:extLst>
              <a:ext uri="{FF2B5EF4-FFF2-40B4-BE49-F238E27FC236}">
                <a16:creationId xmlns:a16="http://schemas.microsoft.com/office/drawing/2014/main" id="{1B1CAA7E-AFC7-238D-1973-918B364FF174}"/>
              </a:ext>
            </a:extLst>
          </p:cNvPr>
          <p:cNvSpPr/>
          <p:nvPr/>
        </p:nvSpPr>
        <p:spPr>
          <a:xfrm>
            <a:off x="1728863" y="1399451"/>
            <a:ext cx="225441" cy="225410"/>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047" rtl="0" eaLnBrk="1" fontAlgn="auto" latinLnBrk="0" hangingPunct="1">
              <a:lnSpc>
                <a:spcPct val="100000"/>
              </a:lnSpc>
              <a:spcBef>
                <a:spcPts val="0"/>
              </a:spcBef>
              <a:spcAft>
                <a:spcPts val="0"/>
              </a:spcAft>
              <a:buClrTx/>
              <a:buSzTx/>
              <a:buFontTx/>
              <a:buNone/>
              <a:tabLst/>
              <a:defRPr/>
            </a:pPr>
            <a:r>
              <a:rPr lang="en-US" sz="1600">
                <a:solidFill>
                  <a:srgbClr val="FFFFFF"/>
                </a:solidFill>
                <a:latin typeface="Aptos" panose="020B0004020202020204" pitchFamily="34" charset="0"/>
              </a:rPr>
              <a:t>B</a:t>
            </a:r>
            <a:endParaRPr kumimoji="0" lang="en-US" sz="1600" b="0" i="0" u="none" strike="noStrike" kern="1200" cap="none" spc="0" normalizeH="0" baseline="0" noProof="0">
              <a:ln>
                <a:noFill/>
              </a:ln>
              <a:solidFill>
                <a:srgbClr val="FFFFFF"/>
              </a:solidFill>
              <a:effectLst/>
              <a:uLnTx/>
              <a:uFillTx/>
              <a:latin typeface="Aptos" panose="020B0004020202020204" pitchFamily="34" charset="0"/>
            </a:endParaRPr>
          </a:p>
        </p:txBody>
      </p:sp>
      <p:pic>
        <p:nvPicPr>
          <p:cNvPr id="18" name="Picture 17">
            <a:extLst>
              <a:ext uri="{FF2B5EF4-FFF2-40B4-BE49-F238E27FC236}">
                <a16:creationId xmlns:a16="http://schemas.microsoft.com/office/drawing/2014/main" id="{7B70ABF5-328B-034E-BC27-0B0CE4923450}"/>
              </a:ext>
            </a:extLst>
          </p:cNvPr>
          <p:cNvPicPr>
            <a:picLocks noChangeAspect="1"/>
          </p:cNvPicPr>
          <p:nvPr/>
        </p:nvPicPr>
        <p:blipFill>
          <a:blip r:embed="rId40">
            <a:duotone>
              <a:schemeClr val="accent1">
                <a:shade val="45000"/>
                <a:satMod val="135000"/>
              </a:schemeClr>
              <a:prstClr val="white"/>
            </a:duotone>
          </a:blip>
          <a:stretch>
            <a:fillRect/>
          </a:stretch>
        </p:blipFill>
        <p:spPr>
          <a:xfrm>
            <a:off x="5036673" y="5180904"/>
            <a:ext cx="514390" cy="454750"/>
          </a:xfrm>
          <a:prstGeom prst="rect">
            <a:avLst/>
          </a:prstGeom>
        </p:spPr>
      </p:pic>
      <p:pic>
        <p:nvPicPr>
          <p:cNvPr id="45" name="Graphic 44">
            <a:extLst>
              <a:ext uri="{FF2B5EF4-FFF2-40B4-BE49-F238E27FC236}">
                <a16:creationId xmlns:a16="http://schemas.microsoft.com/office/drawing/2014/main" id="{B289A3B5-1DE5-2B58-2505-7D495548E7C8}"/>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181753" y="5291065"/>
            <a:ext cx="255870" cy="255870"/>
          </a:xfrm>
          <a:prstGeom prst="rect">
            <a:avLst/>
          </a:prstGeom>
        </p:spPr>
      </p:pic>
      <p:sp>
        <p:nvSpPr>
          <p:cNvPr id="58" name="TextBox 57">
            <a:extLst>
              <a:ext uri="{FF2B5EF4-FFF2-40B4-BE49-F238E27FC236}">
                <a16:creationId xmlns:a16="http://schemas.microsoft.com/office/drawing/2014/main" id="{C733605B-61E0-64B7-0F2F-9CE7A8BC02E5}"/>
              </a:ext>
            </a:extLst>
          </p:cNvPr>
          <p:cNvSpPr txBox="1"/>
          <p:nvPr/>
        </p:nvSpPr>
        <p:spPr>
          <a:xfrm>
            <a:off x="4864033" y="5610685"/>
            <a:ext cx="779735" cy="258517"/>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Azure Cache for Redis</a:t>
            </a:r>
          </a:p>
        </p:txBody>
      </p:sp>
      <p:cxnSp>
        <p:nvCxnSpPr>
          <p:cNvPr id="59" name="Elbow Connector 58">
            <a:extLst>
              <a:ext uri="{FF2B5EF4-FFF2-40B4-BE49-F238E27FC236}">
                <a16:creationId xmlns:a16="http://schemas.microsoft.com/office/drawing/2014/main" id="{8FD94DCB-5EE3-24CF-8E6F-2B7AA1C3D782}"/>
              </a:ext>
            </a:extLst>
          </p:cNvPr>
          <p:cNvCxnSpPr>
            <a:cxnSpLocks/>
            <a:endCxn id="18" idx="3"/>
          </p:cNvCxnSpPr>
          <p:nvPr/>
        </p:nvCxnSpPr>
        <p:spPr>
          <a:xfrm rot="5400000">
            <a:off x="4439365" y="3806093"/>
            <a:ext cx="2713885" cy="490487"/>
          </a:xfrm>
          <a:prstGeom prst="bentConnector2">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0" name="Elbow Connector 99">
            <a:extLst>
              <a:ext uri="{FF2B5EF4-FFF2-40B4-BE49-F238E27FC236}">
                <a16:creationId xmlns:a16="http://schemas.microsoft.com/office/drawing/2014/main" id="{DF54842D-405F-833D-92A6-B3B4C34BED23}"/>
              </a:ext>
            </a:extLst>
          </p:cNvPr>
          <p:cNvCxnSpPr>
            <a:cxnSpLocks/>
          </p:cNvCxnSpPr>
          <p:nvPr/>
        </p:nvCxnSpPr>
        <p:spPr>
          <a:xfrm rot="16200000" flipH="1">
            <a:off x="9705761" y="2511311"/>
            <a:ext cx="1378693" cy="1100838"/>
          </a:xfrm>
          <a:prstGeom prst="bentConnector3">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08" name="Picture 107">
            <a:extLst>
              <a:ext uri="{FF2B5EF4-FFF2-40B4-BE49-F238E27FC236}">
                <a16:creationId xmlns:a16="http://schemas.microsoft.com/office/drawing/2014/main" id="{A5BC747C-0618-B21D-0E5F-453D5930CF88}"/>
              </a:ext>
            </a:extLst>
          </p:cNvPr>
          <p:cNvPicPr>
            <a:picLocks noChangeAspect="1"/>
          </p:cNvPicPr>
          <p:nvPr/>
        </p:nvPicPr>
        <p:blipFill>
          <a:blip r:embed="rId28"/>
          <a:stretch>
            <a:fillRect/>
          </a:stretch>
        </p:blipFill>
        <p:spPr>
          <a:xfrm>
            <a:off x="10265017" y="4159003"/>
            <a:ext cx="407504" cy="357051"/>
          </a:xfrm>
          <a:prstGeom prst="rect">
            <a:avLst/>
          </a:prstGeom>
        </p:spPr>
      </p:pic>
      <p:sp>
        <p:nvSpPr>
          <p:cNvPr id="109" name="TextBox 108">
            <a:extLst>
              <a:ext uri="{FF2B5EF4-FFF2-40B4-BE49-F238E27FC236}">
                <a16:creationId xmlns:a16="http://schemas.microsoft.com/office/drawing/2014/main" id="{37F22880-5346-EF25-A24C-2AC02B950558}"/>
              </a:ext>
            </a:extLst>
          </p:cNvPr>
          <p:cNvSpPr txBox="1"/>
          <p:nvPr/>
        </p:nvSpPr>
        <p:spPr>
          <a:xfrm>
            <a:off x="10222088" y="4506445"/>
            <a:ext cx="801649" cy="530915"/>
          </a:xfrm>
          <a:prstGeom prst="rect">
            <a:avLst/>
          </a:prstGeom>
          <a:noFill/>
        </p:spPr>
        <p:txBody>
          <a:bodyPr wrap="square" rtlCol="0">
            <a:spAutoFit/>
          </a:bodyPr>
          <a:lstStyle/>
          <a:p>
            <a:pPr marL="0" marR="0" lvl="0" indent="0" algn="l"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User / App Feedback</a:t>
            </a:r>
          </a:p>
          <a:p>
            <a:pPr marL="0" marR="0" lvl="0" indent="0" algn="l" defTabSz="554047" rtl="0" eaLnBrk="1" fontAlgn="auto" latinLnBrk="0" hangingPunct="1">
              <a:lnSpc>
                <a:spcPct val="100000"/>
              </a:lnSpc>
              <a:spcBef>
                <a:spcPts val="0"/>
              </a:spcBef>
              <a:spcAft>
                <a:spcPts val="0"/>
              </a:spcAft>
              <a:buClrTx/>
              <a:buSzTx/>
              <a:buFontTx/>
              <a:buNone/>
              <a:tabLst/>
              <a:defRPr/>
            </a:pPr>
            <a:r>
              <a:rPr lang="en-US" sz="950">
                <a:solidFill>
                  <a:srgbClr val="000000"/>
                </a:solidFill>
                <a:latin typeface="Aptos" panose="020B0004020202020204" pitchFamily="34" charset="0"/>
              </a:rPr>
              <a:t>Tables</a:t>
            </a:r>
            <a:endParaRPr kumimoji="0" lang="en-US" sz="950" b="0" i="0" u="none" strike="noStrike" kern="1200" cap="none" spc="0" normalizeH="0" baseline="0" noProof="0">
              <a:ln>
                <a:noFill/>
              </a:ln>
              <a:solidFill>
                <a:srgbClr val="000000"/>
              </a:solidFill>
              <a:effectLst/>
              <a:uLnTx/>
              <a:uFillTx/>
              <a:latin typeface="Aptos" panose="020B0004020202020204" pitchFamily="34" charset="0"/>
            </a:endParaRPr>
          </a:p>
        </p:txBody>
      </p:sp>
      <p:cxnSp>
        <p:nvCxnSpPr>
          <p:cNvPr id="110" name="Elbow Connector 268">
            <a:extLst>
              <a:ext uri="{FF2B5EF4-FFF2-40B4-BE49-F238E27FC236}">
                <a16:creationId xmlns:a16="http://schemas.microsoft.com/office/drawing/2014/main" id="{005C9E4C-5935-54FC-D80A-F8310F3FF93B}"/>
              </a:ext>
            </a:extLst>
          </p:cNvPr>
          <p:cNvCxnSpPr>
            <a:cxnSpLocks/>
            <a:stCxn id="57" idx="2"/>
            <a:endCxn id="108" idx="3"/>
          </p:cNvCxnSpPr>
          <p:nvPr/>
        </p:nvCxnSpPr>
        <p:spPr>
          <a:xfrm rot="5400000">
            <a:off x="10249520" y="3023801"/>
            <a:ext cx="1736730" cy="890727"/>
          </a:xfrm>
          <a:prstGeom prst="bentConnector2">
            <a:avLst/>
          </a:prstGeom>
          <a:ln w="127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EB49359A-21C6-133B-67DA-D833EA96CB76}"/>
              </a:ext>
            </a:extLst>
          </p:cNvPr>
          <p:cNvSpPr txBox="1"/>
          <p:nvPr/>
        </p:nvSpPr>
        <p:spPr>
          <a:xfrm>
            <a:off x="11225978" y="4274462"/>
            <a:ext cx="627450" cy="735770"/>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Store Query, Response and Feedback</a:t>
            </a:r>
          </a:p>
        </p:txBody>
      </p:sp>
      <p:sp>
        <p:nvSpPr>
          <p:cNvPr id="114" name="TextBox 113">
            <a:extLst>
              <a:ext uri="{FF2B5EF4-FFF2-40B4-BE49-F238E27FC236}">
                <a16:creationId xmlns:a16="http://schemas.microsoft.com/office/drawing/2014/main" id="{5F6DB1C5-68A3-6673-6560-A31DEB60796B}"/>
              </a:ext>
            </a:extLst>
          </p:cNvPr>
          <p:cNvSpPr txBox="1"/>
          <p:nvPr/>
        </p:nvSpPr>
        <p:spPr>
          <a:xfrm>
            <a:off x="11611945" y="2650442"/>
            <a:ext cx="473243" cy="441818"/>
          </a:xfrm>
          <a:prstGeom prst="rect">
            <a:avLst/>
          </a:prstGeom>
          <a:noFill/>
          <a:ln>
            <a:noFill/>
          </a:ln>
        </p:spPr>
        <p:txBody>
          <a:bodyPr wrap="square" lIns="0" tIns="0" rIns="0" bIns="0" rtlCol="0" anchor="ctr" anchorCtr="0">
            <a:noAutofit/>
          </a:bodyPr>
          <a:lstStyle/>
          <a:p>
            <a:pPr algn="ctr"/>
            <a:r>
              <a:rPr lang="en-US" sz="900">
                <a:latin typeface="Aptos" panose="020B0004020202020204" pitchFamily="34" charset="0"/>
              </a:rPr>
              <a:t>User / App feedback</a:t>
            </a:r>
          </a:p>
        </p:txBody>
      </p:sp>
      <p:grpSp>
        <p:nvGrpSpPr>
          <p:cNvPr id="115" name="Group 114">
            <a:extLst>
              <a:ext uri="{FF2B5EF4-FFF2-40B4-BE49-F238E27FC236}">
                <a16:creationId xmlns:a16="http://schemas.microsoft.com/office/drawing/2014/main" id="{86822D21-591D-1128-D330-7886ED8582AA}"/>
              </a:ext>
            </a:extLst>
          </p:cNvPr>
          <p:cNvGrpSpPr/>
          <p:nvPr/>
        </p:nvGrpSpPr>
        <p:grpSpPr>
          <a:xfrm>
            <a:off x="11770695" y="3096503"/>
            <a:ext cx="179293" cy="194098"/>
            <a:chOff x="7644823" y="2887230"/>
            <a:chExt cx="179293" cy="194098"/>
          </a:xfrm>
        </p:grpSpPr>
        <p:sp>
          <p:nvSpPr>
            <p:cNvPr id="116" name="Flowchart: Connector 34">
              <a:extLst>
                <a:ext uri="{FF2B5EF4-FFF2-40B4-BE49-F238E27FC236}">
                  <a16:creationId xmlns:a16="http://schemas.microsoft.com/office/drawing/2014/main" id="{87016E73-73B6-DB1D-9037-5DDAF4FE9698}"/>
                </a:ext>
              </a:extLst>
            </p:cNvPr>
            <p:cNvSpPr/>
            <p:nvPr/>
          </p:nvSpPr>
          <p:spPr>
            <a:xfrm>
              <a:off x="7644824" y="2887230"/>
              <a:ext cx="179292" cy="193324"/>
            </a:xfrm>
            <a:prstGeom prst="flowChartConnector">
              <a:avLst/>
            </a:prstGeom>
            <a:solidFill>
              <a:srgbClr val="DC9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ptos" panose="020B0004020202020204" pitchFamily="34" charset="0"/>
              </a:endParaRPr>
            </a:p>
          </p:txBody>
        </p:sp>
        <p:sp>
          <p:nvSpPr>
            <p:cNvPr id="118" name="TextBox 117">
              <a:extLst>
                <a:ext uri="{FF2B5EF4-FFF2-40B4-BE49-F238E27FC236}">
                  <a16:creationId xmlns:a16="http://schemas.microsoft.com/office/drawing/2014/main" id="{7F5BE506-A861-5D17-543C-7FE3CD3C8C6E}"/>
                </a:ext>
              </a:extLst>
            </p:cNvPr>
            <p:cNvSpPr txBox="1"/>
            <p:nvPr/>
          </p:nvSpPr>
          <p:spPr>
            <a:xfrm>
              <a:off x="7644823" y="2888003"/>
              <a:ext cx="179292" cy="193325"/>
            </a:xfrm>
            <a:prstGeom prst="rect">
              <a:avLst/>
            </a:prstGeom>
            <a:noFill/>
            <a:ln>
              <a:noFill/>
            </a:ln>
          </p:spPr>
          <p:txBody>
            <a:bodyPr wrap="square" lIns="0" tIns="0" rIns="0" bIns="0" rtlCol="0" anchor="ctr" anchorCtr="0">
              <a:noAutofit/>
            </a:bodyPr>
            <a:lstStyle/>
            <a:p>
              <a:pPr algn="ctr"/>
              <a:r>
                <a:rPr lang="en-US" sz="1100">
                  <a:solidFill>
                    <a:schemeClr val="bg1"/>
                  </a:solidFill>
                  <a:latin typeface="Aptos" panose="020B0004020202020204" pitchFamily="34" charset="0"/>
                </a:rPr>
                <a:t>12</a:t>
              </a:r>
            </a:p>
          </p:txBody>
        </p:sp>
      </p:grpSp>
      <p:pic>
        <p:nvPicPr>
          <p:cNvPr id="119" name="Picture 118">
            <a:extLst>
              <a:ext uri="{FF2B5EF4-FFF2-40B4-BE49-F238E27FC236}">
                <a16:creationId xmlns:a16="http://schemas.microsoft.com/office/drawing/2014/main" id="{5665BB02-A800-C34D-5E78-D962E7A97715}"/>
              </a:ext>
            </a:extLst>
          </p:cNvPr>
          <p:cNvPicPr>
            <a:picLocks noChangeAspect="1"/>
          </p:cNvPicPr>
          <p:nvPr/>
        </p:nvPicPr>
        <p:blipFill>
          <a:blip r:embed="rId28"/>
          <a:stretch>
            <a:fillRect/>
          </a:stretch>
        </p:blipFill>
        <p:spPr>
          <a:xfrm>
            <a:off x="3330576" y="2421551"/>
            <a:ext cx="239620" cy="209953"/>
          </a:xfrm>
          <a:prstGeom prst="rect">
            <a:avLst/>
          </a:prstGeom>
        </p:spPr>
      </p:pic>
      <p:sp>
        <p:nvSpPr>
          <p:cNvPr id="120" name="TextBox 119">
            <a:extLst>
              <a:ext uri="{FF2B5EF4-FFF2-40B4-BE49-F238E27FC236}">
                <a16:creationId xmlns:a16="http://schemas.microsoft.com/office/drawing/2014/main" id="{90528A8C-FAB0-5F52-BE00-1FF0BBB3EA87}"/>
              </a:ext>
            </a:extLst>
          </p:cNvPr>
          <p:cNvSpPr txBox="1"/>
          <p:nvPr/>
        </p:nvSpPr>
        <p:spPr>
          <a:xfrm>
            <a:off x="3161285" y="2600846"/>
            <a:ext cx="624162" cy="461665"/>
          </a:xfrm>
          <a:prstGeom prst="rect">
            <a:avLst/>
          </a:prstGeom>
          <a:noFill/>
        </p:spPr>
        <p:txBody>
          <a:bodyPr wrap="square" rtlCol="0">
            <a:spAutoFit/>
          </a:bodyPr>
          <a:lstStyle/>
          <a:p>
            <a:pPr marL="0" marR="0" lvl="0" indent="0" algn="l" defTabSz="55404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ptos" panose="020B0004020202020204" pitchFamily="34" charset="0"/>
              </a:rPr>
              <a:t>Inference</a:t>
            </a:r>
            <a:br>
              <a:rPr kumimoji="0" lang="en-US" sz="800" b="0" i="0" u="none" strike="noStrike" kern="1200" cap="none" spc="0" normalizeH="0" baseline="0" noProof="0">
                <a:ln>
                  <a:noFill/>
                </a:ln>
                <a:solidFill>
                  <a:srgbClr val="000000"/>
                </a:solidFill>
                <a:effectLst/>
                <a:uLnTx/>
                <a:uFillTx/>
                <a:latin typeface="Aptos" panose="020B0004020202020204" pitchFamily="34" charset="0"/>
              </a:rPr>
            </a:br>
            <a:r>
              <a:rPr kumimoji="0" lang="en-US" sz="800" b="0" i="0" u="none" strike="noStrike" kern="1200" cap="none" spc="0" normalizeH="0" baseline="0" noProof="0">
                <a:ln>
                  <a:noFill/>
                </a:ln>
                <a:solidFill>
                  <a:srgbClr val="000000"/>
                </a:solidFill>
                <a:effectLst/>
                <a:uLnTx/>
                <a:uFillTx/>
                <a:latin typeface="Aptos" panose="020B0004020202020204" pitchFamily="34" charset="0"/>
              </a:rPr>
              <a:t>/ Metric Tables</a:t>
            </a:r>
          </a:p>
        </p:txBody>
      </p:sp>
      <p:pic>
        <p:nvPicPr>
          <p:cNvPr id="46" name="Graphic 45">
            <a:extLst>
              <a:ext uri="{FF2B5EF4-FFF2-40B4-BE49-F238E27FC236}">
                <a16:creationId xmlns:a16="http://schemas.microsoft.com/office/drawing/2014/main" id="{3F6604B4-3155-DFC6-C4C2-F7E4D26FC1B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00473" y="3863574"/>
            <a:ext cx="170929" cy="170929"/>
          </a:xfrm>
          <a:prstGeom prst="rect">
            <a:avLst/>
          </a:prstGeom>
        </p:spPr>
      </p:pic>
      <p:sp>
        <p:nvSpPr>
          <p:cNvPr id="147" name="TextBox 146">
            <a:extLst>
              <a:ext uri="{FF2B5EF4-FFF2-40B4-BE49-F238E27FC236}">
                <a16:creationId xmlns:a16="http://schemas.microsoft.com/office/drawing/2014/main" id="{5B1C090D-78DF-3D8B-51C2-AB9B686FB9D2}"/>
              </a:ext>
            </a:extLst>
          </p:cNvPr>
          <p:cNvSpPr txBox="1"/>
          <p:nvPr/>
        </p:nvSpPr>
        <p:spPr>
          <a:xfrm>
            <a:off x="1271987" y="5849025"/>
            <a:ext cx="1226415" cy="238527"/>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Azure Cosmos DB</a:t>
            </a:r>
          </a:p>
        </p:txBody>
      </p:sp>
      <p:sp>
        <p:nvSpPr>
          <p:cNvPr id="148" name="TextBox 147">
            <a:extLst>
              <a:ext uri="{FF2B5EF4-FFF2-40B4-BE49-F238E27FC236}">
                <a16:creationId xmlns:a16="http://schemas.microsoft.com/office/drawing/2014/main" id="{CC7E63E8-E919-EA93-5D12-D8F7B7125277}"/>
              </a:ext>
            </a:extLst>
          </p:cNvPr>
          <p:cNvSpPr txBox="1"/>
          <p:nvPr/>
        </p:nvSpPr>
        <p:spPr>
          <a:xfrm>
            <a:off x="2557462" y="5856356"/>
            <a:ext cx="921424" cy="238527"/>
          </a:xfrm>
          <a:prstGeom prst="rect">
            <a:avLst/>
          </a:prstGeom>
          <a:noFill/>
        </p:spPr>
        <p:txBody>
          <a:bodyPr wrap="square" rtlCol="0">
            <a:sp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Aptos" panose="020B0004020202020204" pitchFamily="34" charset="0"/>
              </a:rPr>
              <a:t>Azure SQL DB</a:t>
            </a:r>
          </a:p>
        </p:txBody>
      </p:sp>
      <p:pic>
        <p:nvPicPr>
          <p:cNvPr id="149" name="Picture 148">
            <a:extLst>
              <a:ext uri="{FF2B5EF4-FFF2-40B4-BE49-F238E27FC236}">
                <a16:creationId xmlns:a16="http://schemas.microsoft.com/office/drawing/2014/main" id="{38D1C340-7DC8-B5FE-95D3-7103BCAE2E12}"/>
              </a:ext>
            </a:extLst>
          </p:cNvPr>
          <p:cNvPicPr>
            <a:picLocks noChangeAspect="1"/>
          </p:cNvPicPr>
          <p:nvPr/>
        </p:nvPicPr>
        <p:blipFill>
          <a:blip r:embed="rId33"/>
          <a:stretch>
            <a:fillRect/>
          </a:stretch>
        </p:blipFill>
        <p:spPr>
          <a:xfrm>
            <a:off x="773242" y="2283012"/>
            <a:ext cx="552514" cy="221006"/>
          </a:xfrm>
          <a:prstGeom prst="rect">
            <a:avLst/>
          </a:prstGeom>
        </p:spPr>
      </p:pic>
      <p:pic>
        <p:nvPicPr>
          <p:cNvPr id="37" name="Picture 6" descr="Guardrails: The Solution to Hallucinations and Profanity in ...">
            <a:extLst>
              <a:ext uri="{FF2B5EF4-FFF2-40B4-BE49-F238E27FC236}">
                <a16:creationId xmlns:a16="http://schemas.microsoft.com/office/drawing/2014/main" id="{8E938598-DA2F-F32B-FD13-945DB7020CD9}"/>
              </a:ext>
            </a:extLst>
          </p:cNvPr>
          <p:cNvPicPr>
            <a:picLocks noChangeAspect="1" noChangeArrowheads="1"/>
          </p:cNvPicPr>
          <p:nvPr/>
        </p:nvPicPr>
        <p:blipFill rotWithShape="1">
          <a:blip r:embed="rId43">
            <a:extLst>
              <a:ext uri="{28A0092B-C50C-407E-A947-70E740481C1C}">
                <a14:useLocalDpi xmlns:a14="http://schemas.microsoft.com/office/drawing/2010/main" val="0"/>
              </a:ext>
            </a:extLst>
          </a:blip>
          <a:srcRect l="13371" t="20556" r="3407" b="19438"/>
          <a:stretch/>
        </p:blipFill>
        <p:spPr bwMode="auto">
          <a:xfrm>
            <a:off x="6377665" y="2260617"/>
            <a:ext cx="506760" cy="205039"/>
          </a:xfrm>
          <a:prstGeom prst="rect">
            <a:avLst/>
          </a:prstGeom>
          <a:noFill/>
          <a:extLst>
            <a:ext uri="{909E8E84-426E-40DD-AFC4-6F175D3DCCD1}">
              <a14:hiddenFill xmlns:a14="http://schemas.microsoft.com/office/drawing/2010/main">
                <a:solidFill>
                  <a:srgbClr val="FFFFFF"/>
                </a:solidFill>
              </a14:hiddenFill>
            </a:ext>
          </a:extLst>
        </p:spPr>
      </p:pic>
      <p:pic>
        <p:nvPicPr>
          <p:cNvPr id="38" name="Graphic 37">
            <a:extLst>
              <a:ext uri="{FF2B5EF4-FFF2-40B4-BE49-F238E27FC236}">
                <a16:creationId xmlns:a16="http://schemas.microsoft.com/office/drawing/2014/main" id="{4C0B6A59-6BE9-880E-AF50-7EA112BAC707}"/>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075505" y="2248801"/>
            <a:ext cx="240065" cy="240065"/>
          </a:xfrm>
          <a:prstGeom prst="rect">
            <a:avLst/>
          </a:prstGeom>
        </p:spPr>
      </p:pic>
      <p:pic>
        <p:nvPicPr>
          <p:cNvPr id="39" name="Picture 6" descr="Guardrails: The Solution to Hallucinations and Profanity in ...">
            <a:extLst>
              <a:ext uri="{FF2B5EF4-FFF2-40B4-BE49-F238E27FC236}">
                <a16:creationId xmlns:a16="http://schemas.microsoft.com/office/drawing/2014/main" id="{E1D65424-EED5-8E64-826B-DE882C5ACADA}"/>
              </a:ext>
            </a:extLst>
          </p:cNvPr>
          <p:cNvPicPr>
            <a:picLocks noChangeAspect="1" noChangeArrowheads="1"/>
          </p:cNvPicPr>
          <p:nvPr/>
        </p:nvPicPr>
        <p:blipFill rotWithShape="1">
          <a:blip r:embed="rId43">
            <a:extLst>
              <a:ext uri="{28A0092B-C50C-407E-A947-70E740481C1C}">
                <a14:useLocalDpi xmlns:a14="http://schemas.microsoft.com/office/drawing/2010/main" val="0"/>
              </a:ext>
            </a:extLst>
          </a:blip>
          <a:srcRect l="13371" t="20556" r="3407" b="19438"/>
          <a:stretch/>
        </p:blipFill>
        <p:spPr bwMode="auto">
          <a:xfrm>
            <a:off x="8862127" y="1784121"/>
            <a:ext cx="506760" cy="205039"/>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90C484EC-8579-EE17-BA94-A7798BC3AF7F}"/>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8559967" y="1772305"/>
            <a:ext cx="240065" cy="240065"/>
          </a:xfrm>
          <a:prstGeom prst="rect">
            <a:avLst/>
          </a:prstGeom>
        </p:spPr>
      </p:pic>
      <p:pic>
        <p:nvPicPr>
          <p:cNvPr id="62" name="Picture 61">
            <a:extLst>
              <a:ext uri="{FF2B5EF4-FFF2-40B4-BE49-F238E27FC236}">
                <a16:creationId xmlns:a16="http://schemas.microsoft.com/office/drawing/2014/main" id="{4E1378E8-EDF4-3B20-7714-61445603DA6F}"/>
              </a:ext>
            </a:extLst>
          </p:cNvPr>
          <p:cNvPicPr>
            <a:picLocks noChangeAspect="1"/>
          </p:cNvPicPr>
          <p:nvPr/>
        </p:nvPicPr>
        <p:blipFill rotWithShape="1">
          <a:blip r:embed="rId46"/>
          <a:srcRect l="33929" t="-5290" r="44894" b="7540"/>
          <a:stretch/>
        </p:blipFill>
        <p:spPr>
          <a:xfrm>
            <a:off x="8135808" y="6311051"/>
            <a:ext cx="1048805" cy="195702"/>
          </a:xfrm>
          <a:prstGeom prst="rect">
            <a:avLst/>
          </a:prstGeom>
        </p:spPr>
      </p:pic>
      <p:pic>
        <p:nvPicPr>
          <p:cNvPr id="68" name="Picture 67">
            <a:extLst>
              <a:ext uri="{FF2B5EF4-FFF2-40B4-BE49-F238E27FC236}">
                <a16:creationId xmlns:a16="http://schemas.microsoft.com/office/drawing/2014/main" id="{F92D31F4-8232-A25F-4365-2E184792E966}"/>
              </a:ext>
            </a:extLst>
          </p:cNvPr>
          <p:cNvPicPr>
            <a:picLocks noChangeAspect="1"/>
          </p:cNvPicPr>
          <p:nvPr/>
        </p:nvPicPr>
        <p:blipFill>
          <a:blip r:embed="rId47"/>
          <a:stretch>
            <a:fillRect/>
          </a:stretch>
        </p:blipFill>
        <p:spPr>
          <a:xfrm>
            <a:off x="3555078" y="6285277"/>
            <a:ext cx="211411" cy="222029"/>
          </a:xfrm>
          <a:prstGeom prst="rect">
            <a:avLst/>
          </a:prstGeom>
          <a:ln>
            <a:solidFill>
              <a:srgbClr val="1E2323"/>
            </a:solidFill>
          </a:ln>
        </p:spPr>
      </p:pic>
      <p:pic>
        <p:nvPicPr>
          <p:cNvPr id="73" name="Picture 72">
            <a:extLst>
              <a:ext uri="{FF2B5EF4-FFF2-40B4-BE49-F238E27FC236}">
                <a16:creationId xmlns:a16="http://schemas.microsoft.com/office/drawing/2014/main" id="{EDEA228B-2CB8-95E1-D547-28CBF0CA957C}"/>
              </a:ext>
            </a:extLst>
          </p:cNvPr>
          <p:cNvPicPr>
            <a:picLocks noChangeAspect="1"/>
          </p:cNvPicPr>
          <p:nvPr/>
        </p:nvPicPr>
        <p:blipFill>
          <a:blip r:embed="rId48"/>
          <a:stretch>
            <a:fillRect/>
          </a:stretch>
        </p:blipFill>
        <p:spPr>
          <a:xfrm>
            <a:off x="6305365" y="6318828"/>
            <a:ext cx="220653" cy="183495"/>
          </a:xfrm>
          <a:prstGeom prst="rect">
            <a:avLst/>
          </a:prstGeom>
          <a:ln>
            <a:solidFill>
              <a:srgbClr val="1E2323"/>
            </a:solidFill>
          </a:ln>
        </p:spPr>
      </p:pic>
      <p:pic>
        <p:nvPicPr>
          <p:cNvPr id="74" name="Picture 73">
            <a:extLst>
              <a:ext uri="{FF2B5EF4-FFF2-40B4-BE49-F238E27FC236}">
                <a16:creationId xmlns:a16="http://schemas.microsoft.com/office/drawing/2014/main" id="{184435C8-BC10-9EEE-0D0D-AB3C1B1E594B}"/>
              </a:ext>
            </a:extLst>
          </p:cNvPr>
          <p:cNvPicPr>
            <a:picLocks noChangeAspect="1"/>
          </p:cNvPicPr>
          <p:nvPr/>
        </p:nvPicPr>
        <p:blipFill>
          <a:blip r:embed="rId49"/>
          <a:stretch>
            <a:fillRect/>
          </a:stretch>
        </p:blipFill>
        <p:spPr>
          <a:xfrm>
            <a:off x="7447624" y="6303640"/>
            <a:ext cx="201845" cy="201845"/>
          </a:xfrm>
          <a:prstGeom prst="rect">
            <a:avLst/>
          </a:prstGeom>
          <a:ln>
            <a:solidFill>
              <a:srgbClr val="1E2323"/>
            </a:solidFill>
          </a:ln>
        </p:spPr>
      </p:pic>
      <p:pic>
        <p:nvPicPr>
          <p:cNvPr id="87" name="Picture 86">
            <a:extLst>
              <a:ext uri="{FF2B5EF4-FFF2-40B4-BE49-F238E27FC236}">
                <a16:creationId xmlns:a16="http://schemas.microsoft.com/office/drawing/2014/main" id="{063A6DD1-48EB-E971-DA9E-3BF9E50693DE}"/>
              </a:ext>
            </a:extLst>
          </p:cNvPr>
          <p:cNvPicPr>
            <a:picLocks noChangeAspect="1"/>
          </p:cNvPicPr>
          <p:nvPr/>
        </p:nvPicPr>
        <p:blipFill>
          <a:blip r:embed="rId50"/>
          <a:stretch>
            <a:fillRect/>
          </a:stretch>
        </p:blipFill>
        <p:spPr>
          <a:xfrm>
            <a:off x="5005281" y="6295263"/>
            <a:ext cx="213769" cy="213769"/>
          </a:xfrm>
          <a:prstGeom prst="rect">
            <a:avLst/>
          </a:prstGeom>
          <a:ln>
            <a:solidFill>
              <a:srgbClr val="1E2323"/>
            </a:solidFill>
          </a:ln>
        </p:spPr>
      </p:pic>
      <p:pic>
        <p:nvPicPr>
          <p:cNvPr id="98" name="Picture 97">
            <a:extLst>
              <a:ext uri="{FF2B5EF4-FFF2-40B4-BE49-F238E27FC236}">
                <a16:creationId xmlns:a16="http://schemas.microsoft.com/office/drawing/2014/main" id="{68391AAC-8AEB-5FEB-A72E-F6AC5AA2257A}"/>
              </a:ext>
            </a:extLst>
          </p:cNvPr>
          <p:cNvPicPr>
            <a:picLocks noChangeAspect="1"/>
          </p:cNvPicPr>
          <p:nvPr/>
        </p:nvPicPr>
        <p:blipFill>
          <a:blip r:embed="rId51"/>
          <a:stretch>
            <a:fillRect/>
          </a:stretch>
        </p:blipFill>
        <p:spPr>
          <a:xfrm>
            <a:off x="5601023" y="6306677"/>
            <a:ext cx="197456" cy="197456"/>
          </a:xfrm>
          <a:prstGeom prst="rect">
            <a:avLst/>
          </a:prstGeom>
          <a:ln>
            <a:solidFill>
              <a:srgbClr val="1E2323"/>
            </a:solidFill>
          </a:ln>
        </p:spPr>
      </p:pic>
      <p:sp>
        <p:nvSpPr>
          <p:cNvPr id="101" name="TextBox 100">
            <a:extLst>
              <a:ext uri="{FF2B5EF4-FFF2-40B4-BE49-F238E27FC236}">
                <a16:creationId xmlns:a16="http://schemas.microsoft.com/office/drawing/2014/main" id="{24B7F6EF-7A1B-3069-BB5B-BD7D13A3B863}"/>
              </a:ext>
            </a:extLst>
          </p:cNvPr>
          <p:cNvSpPr txBox="1"/>
          <p:nvPr/>
        </p:nvSpPr>
        <p:spPr>
          <a:xfrm>
            <a:off x="2999220" y="6456213"/>
            <a:ext cx="1223725" cy="230832"/>
          </a:xfrm>
          <a:prstGeom prst="rect">
            <a:avLst/>
          </a:prstGeom>
          <a:noFill/>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Aptos" panose="020B0004020202020204" pitchFamily="34" charset="0"/>
              </a:rPr>
              <a:t>Identity and RBAC</a:t>
            </a:r>
          </a:p>
        </p:txBody>
      </p:sp>
      <p:sp>
        <p:nvSpPr>
          <p:cNvPr id="113" name="TextBox 112">
            <a:extLst>
              <a:ext uri="{FF2B5EF4-FFF2-40B4-BE49-F238E27FC236}">
                <a16:creationId xmlns:a16="http://schemas.microsoft.com/office/drawing/2014/main" id="{A632F26F-640B-B011-D696-A199EA9CBDE3}"/>
              </a:ext>
            </a:extLst>
          </p:cNvPr>
          <p:cNvSpPr txBox="1"/>
          <p:nvPr/>
        </p:nvSpPr>
        <p:spPr>
          <a:xfrm>
            <a:off x="3988242" y="6458503"/>
            <a:ext cx="919403" cy="230832"/>
          </a:xfrm>
          <a:prstGeom prst="rect">
            <a:avLst/>
          </a:prstGeom>
          <a:noFill/>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Aptos" panose="020B0004020202020204" pitchFamily="34" charset="0"/>
              </a:rPr>
              <a:t>Key Vault</a:t>
            </a:r>
          </a:p>
        </p:txBody>
      </p:sp>
      <p:sp>
        <p:nvSpPr>
          <p:cNvPr id="121" name="TextBox 120">
            <a:extLst>
              <a:ext uri="{FF2B5EF4-FFF2-40B4-BE49-F238E27FC236}">
                <a16:creationId xmlns:a16="http://schemas.microsoft.com/office/drawing/2014/main" id="{4BB4717F-35A6-5026-1F8E-CC6E37E7ED23}"/>
              </a:ext>
            </a:extLst>
          </p:cNvPr>
          <p:cNvSpPr txBox="1"/>
          <p:nvPr/>
        </p:nvSpPr>
        <p:spPr>
          <a:xfrm>
            <a:off x="4808667" y="6479028"/>
            <a:ext cx="570876" cy="230832"/>
          </a:xfrm>
          <a:prstGeom prst="rect">
            <a:avLst/>
          </a:prstGeom>
          <a:noFill/>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Aptos" panose="020B0004020202020204" pitchFamily="34" charset="0"/>
              </a:rPr>
              <a:t>TSL</a:t>
            </a:r>
          </a:p>
        </p:txBody>
      </p:sp>
      <p:sp>
        <p:nvSpPr>
          <p:cNvPr id="122" name="TextBox 121">
            <a:extLst>
              <a:ext uri="{FF2B5EF4-FFF2-40B4-BE49-F238E27FC236}">
                <a16:creationId xmlns:a16="http://schemas.microsoft.com/office/drawing/2014/main" id="{BD5E28AF-62BA-0690-4396-F856E4EC48FB}"/>
              </a:ext>
            </a:extLst>
          </p:cNvPr>
          <p:cNvSpPr txBox="1"/>
          <p:nvPr/>
        </p:nvSpPr>
        <p:spPr>
          <a:xfrm>
            <a:off x="5301873" y="6459403"/>
            <a:ext cx="759836" cy="230832"/>
          </a:xfrm>
          <a:prstGeom prst="rect">
            <a:avLst/>
          </a:prstGeom>
          <a:noFill/>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Aptos" panose="020B0004020202020204" pitchFamily="34" charset="0"/>
              </a:rPr>
              <a:t>Encryption</a:t>
            </a:r>
          </a:p>
        </p:txBody>
      </p:sp>
      <p:sp>
        <p:nvSpPr>
          <p:cNvPr id="123" name="TextBox 122">
            <a:extLst>
              <a:ext uri="{FF2B5EF4-FFF2-40B4-BE49-F238E27FC236}">
                <a16:creationId xmlns:a16="http://schemas.microsoft.com/office/drawing/2014/main" id="{107AF2C5-9C73-85EE-4DF3-791BDF25F556}"/>
              </a:ext>
            </a:extLst>
          </p:cNvPr>
          <p:cNvSpPr txBox="1"/>
          <p:nvPr/>
        </p:nvSpPr>
        <p:spPr>
          <a:xfrm>
            <a:off x="6130292" y="6479028"/>
            <a:ext cx="627964" cy="230832"/>
          </a:xfrm>
          <a:prstGeom prst="rect">
            <a:avLst/>
          </a:prstGeom>
          <a:noFill/>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Aptos" panose="020B0004020202020204" pitchFamily="34" charset="0"/>
              </a:rPr>
              <a:t>Network</a:t>
            </a:r>
          </a:p>
        </p:txBody>
      </p:sp>
      <p:sp>
        <p:nvSpPr>
          <p:cNvPr id="124" name="TextBox 123">
            <a:extLst>
              <a:ext uri="{FF2B5EF4-FFF2-40B4-BE49-F238E27FC236}">
                <a16:creationId xmlns:a16="http://schemas.microsoft.com/office/drawing/2014/main" id="{9F23949F-C832-E2ED-8ABF-147344E723B0}"/>
              </a:ext>
            </a:extLst>
          </p:cNvPr>
          <p:cNvSpPr txBox="1"/>
          <p:nvPr/>
        </p:nvSpPr>
        <p:spPr>
          <a:xfrm>
            <a:off x="6663173" y="6477305"/>
            <a:ext cx="1519110" cy="230832"/>
          </a:xfrm>
          <a:prstGeom prst="rect">
            <a:avLst/>
          </a:prstGeom>
          <a:noFill/>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Aptos" panose="020B0004020202020204" pitchFamily="34" charset="0"/>
              </a:rPr>
              <a:t>Logging and Monitoring</a:t>
            </a:r>
          </a:p>
        </p:txBody>
      </p:sp>
      <p:sp>
        <p:nvSpPr>
          <p:cNvPr id="126" name="TextBox 125">
            <a:extLst>
              <a:ext uri="{FF2B5EF4-FFF2-40B4-BE49-F238E27FC236}">
                <a16:creationId xmlns:a16="http://schemas.microsoft.com/office/drawing/2014/main" id="{1006E179-DB7D-082D-3B04-BA9C466C9798}"/>
              </a:ext>
            </a:extLst>
          </p:cNvPr>
          <p:cNvSpPr txBox="1"/>
          <p:nvPr/>
        </p:nvSpPr>
        <p:spPr>
          <a:xfrm>
            <a:off x="9290174" y="6487103"/>
            <a:ext cx="1427483" cy="230832"/>
          </a:xfrm>
          <a:prstGeom prst="rect">
            <a:avLst/>
          </a:prstGeom>
          <a:noFill/>
        </p:spPr>
        <p:txBody>
          <a:bodyPr wrap="square"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Aptos" panose="020B0004020202020204" pitchFamily="34" charset="0"/>
              </a:rPr>
              <a:t>Azure AI Content Safety</a:t>
            </a:r>
          </a:p>
        </p:txBody>
      </p:sp>
      <p:pic>
        <p:nvPicPr>
          <p:cNvPr id="128" name="Picture 127">
            <a:extLst>
              <a:ext uri="{FF2B5EF4-FFF2-40B4-BE49-F238E27FC236}">
                <a16:creationId xmlns:a16="http://schemas.microsoft.com/office/drawing/2014/main" id="{CD225440-F62B-B8BA-8767-601AA9317184}"/>
              </a:ext>
            </a:extLst>
          </p:cNvPr>
          <p:cNvPicPr>
            <a:picLocks noChangeAspect="1"/>
          </p:cNvPicPr>
          <p:nvPr/>
        </p:nvPicPr>
        <p:blipFill rotWithShape="1">
          <a:blip r:embed="rId52"/>
          <a:srcRect l="15665" r="10402" b="423"/>
          <a:stretch/>
        </p:blipFill>
        <p:spPr>
          <a:xfrm>
            <a:off x="6992013" y="6306677"/>
            <a:ext cx="202091" cy="203877"/>
          </a:xfrm>
          <a:prstGeom prst="rect">
            <a:avLst/>
          </a:prstGeom>
          <a:ln>
            <a:solidFill>
              <a:srgbClr val="1E2323"/>
            </a:solidFill>
          </a:ln>
        </p:spPr>
      </p:pic>
      <p:pic>
        <p:nvPicPr>
          <p:cNvPr id="130" name="Picture 129">
            <a:extLst>
              <a:ext uri="{FF2B5EF4-FFF2-40B4-BE49-F238E27FC236}">
                <a16:creationId xmlns:a16="http://schemas.microsoft.com/office/drawing/2014/main" id="{6461C862-F5D3-7832-B6C8-CA6C8B4880DD}"/>
              </a:ext>
            </a:extLst>
          </p:cNvPr>
          <p:cNvPicPr>
            <a:picLocks noChangeAspect="1"/>
          </p:cNvPicPr>
          <p:nvPr/>
        </p:nvPicPr>
        <p:blipFill>
          <a:blip r:embed="rId53"/>
          <a:stretch>
            <a:fillRect/>
          </a:stretch>
        </p:blipFill>
        <p:spPr>
          <a:xfrm>
            <a:off x="9936024" y="6313929"/>
            <a:ext cx="188595" cy="188595"/>
          </a:xfrm>
          <a:prstGeom prst="rect">
            <a:avLst/>
          </a:prstGeom>
          <a:ln>
            <a:solidFill>
              <a:sysClr val="windowText" lastClr="000000"/>
            </a:solidFill>
          </a:ln>
        </p:spPr>
      </p:pic>
      <p:sp>
        <p:nvSpPr>
          <p:cNvPr id="134" name="TextBox 133">
            <a:extLst>
              <a:ext uri="{FF2B5EF4-FFF2-40B4-BE49-F238E27FC236}">
                <a16:creationId xmlns:a16="http://schemas.microsoft.com/office/drawing/2014/main" id="{B86E792A-8609-F2AF-2485-3917E25C6BD5}"/>
              </a:ext>
            </a:extLst>
          </p:cNvPr>
          <p:cNvSpPr txBox="1"/>
          <p:nvPr/>
        </p:nvSpPr>
        <p:spPr>
          <a:xfrm>
            <a:off x="8426197" y="6487103"/>
            <a:ext cx="863440" cy="230832"/>
          </a:xfrm>
          <a:prstGeom prst="rect">
            <a:avLst/>
          </a:prstGeom>
          <a:noFill/>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Aptos" panose="020B0004020202020204" pitchFamily="34" charset="0"/>
              </a:rPr>
              <a:t>Data access</a:t>
            </a:r>
          </a:p>
        </p:txBody>
      </p:sp>
      <p:sp>
        <p:nvSpPr>
          <p:cNvPr id="135" name="TextBox 134">
            <a:extLst>
              <a:ext uri="{FF2B5EF4-FFF2-40B4-BE49-F238E27FC236}">
                <a16:creationId xmlns:a16="http://schemas.microsoft.com/office/drawing/2014/main" id="{782A7761-2EB4-B339-6136-1C524F0643FA}"/>
              </a:ext>
            </a:extLst>
          </p:cNvPr>
          <p:cNvSpPr txBox="1"/>
          <p:nvPr/>
        </p:nvSpPr>
        <p:spPr>
          <a:xfrm>
            <a:off x="7978767" y="6482204"/>
            <a:ext cx="602905" cy="230832"/>
          </a:xfrm>
          <a:prstGeom prst="rect">
            <a:avLst/>
          </a:prstGeom>
          <a:noFill/>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solidFill>
                <a:effectLst/>
                <a:uLnTx/>
                <a:uFillTx/>
                <a:latin typeface="Aptos" panose="020B0004020202020204" pitchFamily="34" charset="0"/>
              </a:rPr>
              <a:t>Collibra</a:t>
            </a:r>
          </a:p>
        </p:txBody>
      </p:sp>
      <p:grpSp>
        <p:nvGrpSpPr>
          <p:cNvPr id="136" name="Group 135">
            <a:extLst>
              <a:ext uri="{FF2B5EF4-FFF2-40B4-BE49-F238E27FC236}">
                <a16:creationId xmlns:a16="http://schemas.microsoft.com/office/drawing/2014/main" id="{68BC46AE-2A18-973C-09A1-748DC86AF60E}"/>
              </a:ext>
            </a:extLst>
          </p:cNvPr>
          <p:cNvGrpSpPr/>
          <p:nvPr/>
        </p:nvGrpSpPr>
        <p:grpSpPr>
          <a:xfrm>
            <a:off x="4342950" y="6285619"/>
            <a:ext cx="211411" cy="216704"/>
            <a:chOff x="516845" y="6038609"/>
            <a:chExt cx="211411" cy="216704"/>
          </a:xfrm>
        </p:grpSpPr>
        <p:pic>
          <p:nvPicPr>
            <p:cNvPr id="137" name="Graphic 136">
              <a:extLst>
                <a:ext uri="{FF2B5EF4-FFF2-40B4-BE49-F238E27FC236}">
                  <a16:creationId xmlns:a16="http://schemas.microsoft.com/office/drawing/2014/main" id="{1F58DCFE-BD35-AFEB-3A03-719C4EDEB112}"/>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538446" y="6070541"/>
              <a:ext cx="167215" cy="167215"/>
            </a:xfrm>
            <a:prstGeom prst="rect">
              <a:avLst/>
            </a:prstGeom>
          </p:spPr>
        </p:pic>
        <p:sp>
          <p:nvSpPr>
            <p:cNvPr id="138" name="Rectangle 137">
              <a:extLst>
                <a:ext uri="{FF2B5EF4-FFF2-40B4-BE49-F238E27FC236}">
                  <a16:creationId xmlns:a16="http://schemas.microsoft.com/office/drawing/2014/main" id="{A7964C37-CBE8-C0AB-1596-65C0642E6F71}"/>
                </a:ext>
              </a:extLst>
            </p:cNvPr>
            <p:cNvSpPr/>
            <p:nvPr/>
          </p:nvSpPr>
          <p:spPr>
            <a:xfrm>
              <a:off x="516845" y="6038609"/>
              <a:ext cx="211411" cy="2167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ptos" panose="020B0004020202020204" pitchFamily="34" charset="0"/>
              </a:endParaRPr>
            </a:p>
          </p:txBody>
        </p:sp>
      </p:grpSp>
      <p:sp>
        <p:nvSpPr>
          <p:cNvPr id="31" name="TextBox 30">
            <a:extLst>
              <a:ext uri="{FF2B5EF4-FFF2-40B4-BE49-F238E27FC236}">
                <a16:creationId xmlns:a16="http://schemas.microsoft.com/office/drawing/2014/main" id="{FE77BC54-FB8B-7EDC-EE97-F7AA748DCA67}"/>
              </a:ext>
            </a:extLst>
          </p:cNvPr>
          <p:cNvSpPr txBox="1"/>
          <p:nvPr/>
        </p:nvSpPr>
        <p:spPr>
          <a:xfrm>
            <a:off x="5990961" y="4658136"/>
            <a:ext cx="474326" cy="450143"/>
          </a:xfrm>
          <a:prstGeom prst="rect">
            <a:avLst/>
          </a:prstGeom>
          <a:noFill/>
          <a:ln>
            <a:noFill/>
          </a:ln>
        </p:spPr>
        <p:txBody>
          <a:bodyPr wrap="square" lIns="0" tIns="0" rIns="0" bIns="0" rtlCol="0" anchor="ctr" anchorCtr="0">
            <a:noAutofit/>
          </a:bodyPr>
          <a:lstStyle/>
          <a:p>
            <a:pPr marL="0" marR="0" lvl="0" indent="0" algn="ctr" defTabSz="55404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panose="020B0004020202020204" pitchFamily="34" charset="0"/>
              </a:rPr>
              <a:t>Chunk docs</a:t>
            </a:r>
          </a:p>
        </p:txBody>
      </p:sp>
      <p:pic>
        <p:nvPicPr>
          <p:cNvPr id="42" name="Picture 6" descr="Guardrails: The Solution to Hallucinations and Profanity in ...">
            <a:extLst>
              <a:ext uri="{FF2B5EF4-FFF2-40B4-BE49-F238E27FC236}">
                <a16:creationId xmlns:a16="http://schemas.microsoft.com/office/drawing/2014/main" id="{E44818B8-32A7-7594-2D54-25FC9DC933C2}"/>
              </a:ext>
            </a:extLst>
          </p:cNvPr>
          <p:cNvPicPr>
            <a:picLocks noChangeAspect="1" noChangeArrowheads="1"/>
          </p:cNvPicPr>
          <p:nvPr/>
        </p:nvPicPr>
        <p:blipFill rotWithShape="1">
          <a:blip r:embed="rId43">
            <a:extLst>
              <a:ext uri="{28A0092B-C50C-407E-A947-70E740481C1C}">
                <a14:useLocalDpi xmlns:a14="http://schemas.microsoft.com/office/drawing/2010/main" val="0"/>
              </a:ext>
            </a:extLst>
          </a:blip>
          <a:srcRect l="13371" t="20556" r="3407" b="19438"/>
          <a:stretch/>
        </p:blipFill>
        <p:spPr bwMode="auto">
          <a:xfrm>
            <a:off x="8048743" y="4180232"/>
            <a:ext cx="436472" cy="176600"/>
          </a:xfrm>
          <a:prstGeom prst="rect">
            <a:avLst/>
          </a:prstGeom>
          <a:noFill/>
          <a:extLst>
            <a:ext uri="{909E8E84-426E-40DD-AFC4-6F175D3DCCD1}">
              <a14:hiddenFill xmlns:a14="http://schemas.microsoft.com/office/drawing/2010/main">
                <a:solidFill>
                  <a:srgbClr val="FFFFFF"/>
                </a:solidFill>
              </a14:hiddenFill>
            </a:ext>
          </a:extLst>
        </p:spPr>
      </p:pic>
      <p:pic>
        <p:nvPicPr>
          <p:cNvPr id="52" name="Graphic 51">
            <a:extLst>
              <a:ext uri="{FF2B5EF4-FFF2-40B4-BE49-F238E27FC236}">
                <a16:creationId xmlns:a16="http://schemas.microsoft.com/office/drawing/2014/main" id="{9AA8B6D8-1968-F7AC-1DCA-C01AA7B1F545}"/>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7824641" y="4168416"/>
            <a:ext cx="206768" cy="206768"/>
          </a:xfrm>
          <a:prstGeom prst="rect">
            <a:avLst/>
          </a:prstGeom>
        </p:spPr>
      </p:pic>
      <p:sp>
        <p:nvSpPr>
          <p:cNvPr id="72" name="TextBox 71">
            <a:extLst>
              <a:ext uri="{FF2B5EF4-FFF2-40B4-BE49-F238E27FC236}">
                <a16:creationId xmlns:a16="http://schemas.microsoft.com/office/drawing/2014/main" id="{40E19EBC-8ACF-2FCA-1503-045C701ADFA4}"/>
              </a:ext>
            </a:extLst>
          </p:cNvPr>
          <p:cNvSpPr txBox="1"/>
          <p:nvPr/>
        </p:nvSpPr>
        <p:spPr>
          <a:xfrm>
            <a:off x="7860405" y="4368150"/>
            <a:ext cx="611455" cy="162939"/>
          </a:xfrm>
          <a:prstGeom prst="rect">
            <a:avLst/>
          </a:prstGeom>
          <a:noFill/>
          <a:ln>
            <a:noFill/>
          </a:ln>
        </p:spPr>
        <p:txBody>
          <a:bodyPr wrap="square" lIns="0" tIns="0" rIns="0" bIns="0" rtlCol="0" anchor="ctr" anchorCtr="0">
            <a:noAutofit/>
          </a:bodyPr>
          <a:lstStyle/>
          <a:p>
            <a:pPr algn="ctr"/>
            <a:r>
              <a:rPr lang="en-US" sz="900">
                <a:latin typeface="Aptos" panose="020B0004020202020204" pitchFamily="34" charset="0"/>
              </a:rPr>
              <a:t>Guardrails</a:t>
            </a:r>
          </a:p>
        </p:txBody>
      </p:sp>
      <p:sp>
        <p:nvSpPr>
          <p:cNvPr id="97" name="TextBox 96">
            <a:extLst>
              <a:ext uri="{FF2B5EF4-FFF2-40B4-BE49-F238E27FC236}">
                <a16:creationId xmlns:a16="http://schemas.microsoft.com/office/drawing/2014/main" id="{F7A9E31F-D2AB-F21F-8F68-87F622DDBC93}"/>
              </a:ext>
            </a:extLst>
          </p:cNvPr>
          <p:cNvSpPr txBox="1"/>
          <p:nvPr/>
        </p:nvSpPr>
        <p:spPr>
          <a:xfrm>
            <a:off x="7219619" y="4608258"/>
            <a:ext cx="611455" cy="260825"/>
          </a:xfrm>
          <a:prstGeom prst="rect">
            <a:avLst/>
          </a:prstGeom>
          <a:noFill/>
          <a:ln>
            <a:noFill/>
          </a:ln>
        </p:spPr>
        <p:txBody>
          <a:bodyPr wrap="square" lIns="0" tIns="0" rIns="0" bIns="0" rtlCol="0" anchor="ctr" anchorCtr="0">
            <a:noAutofit/>
          </a:bodyPr>
          <a:lstStyle/>
          <a:p>
            <a:pPr algn="ctr"/>
            <a:r>
              <a:rPr lang="en-US" sz="900">
                <a:latin typeface="Aptos" panose="020B0004020202020204" pitchFamily="34" charset="0"/>
              </a:rPr>
              <a:t>Document loaders</a:t>
            </a:r>
          </a:p>
        </p:txBody>
      </p:sp>
      <p:sp>
        <p:nvSpPr>
          <p:cNvPr id="143" name="TextBox 142">
            <a:extLst>
              <a:ext uri="{FF2B5EF4-FFF2-40B4-BE49-F238E27FC236}">
                <a16:creationId xmlns:a16="http://schemas.microsoft.com/office/drawing/2014/main" id="{F1B200D1-54C9-4D0B-6461-018BE26E90F7}"/>
              </a:ext>
            </a:extLst>
          </p:cNvPr>
          <p:cNvSpPr txBox="1"/>
          <p:nvPr/>
        </p:nvSpPr>
        <p:spPr>
          <a:xfrm>
            <a:off x="6165674" y="2451912"/>
            <a:ext cx="611455" cy="162939"/>
          </a:xfrm>
          <a:prstGeom prst="rect">
            <a:avLst/>
          </a:prstGeom>
          <a:noFill/>
          <a:ln>
            <a:noFill/>
          </a:ln>
        </p:spPr>
        <p:txBody>
          <a:bodyPr wrap="square" lIns="0" tIns="0" rIns="0" bIns="0" rtlCol="0" anchor="ctr" anchorCtr="0">
            <a:noAutofit/>
          </a:bodyPr>
          <a:lstStyle/>
          <a:p>
            <a:pPr algn="ctr"/>
            <a:r>
              <a:rPr lang="en-US" sz="900">
                <a:latin typeface="Aptos" panose="020B0004020202020204" pitchFamily="34" charset="0"/>
              </a:rPr>
              <a:t>Guardrails</a:t>
            </a:r>
          </a:p>
        </p:txBody>
      </p:sp>
      <p:sp>
        <p:nvSpPr>
          <p:cNvPr id="144" name="TextBox 143">
            <a:extLst>
              <a:ext uri="{FF2B5EF4-FFF2-40B4-BE49-F238E27FC236}">
                <a16:creationId xmlns:a16="http://schemas.microsoft.com/office/drawing/2014/main" id="{F06D3A4F-1265-3384-F6F4-FA89CF5F275C}"/>
              </a:ext>
            </a:extLst>
          </p:cNvPr>
          <p:cNvSpPr txBox="1"/>
          <p:nvPr/>
        </p:nvSpPr>
        <p:spPr>
          <a:xfrm>
            <a:off x="6076075" y="1992069"/>
            <a:ext cx="808029" cy="225411"/>
          </a:xfrm>
          <a:prstGeom prst="rect">
            <a:avLst/>
          </a:prstGeom>
          <a:noFill/>
          <a:ln>
            <a:noFill/>
          </a:ln>
        </p:spPr>
        <p:txBody>
          <a:bodyPr wrap="square" lIns="0" tIns="0" rIns="0" bIns="0" rtlCol="0" anchor="ctr" anchorCtr="0">
            <a:noAutofit/>
          </a:bodyPr>
          <a:lstStyle/>
          <a:p>
            <a:pPr algn="ctr"/>
            <a:r>
              <a:rPr lang="en-US" sz="1100">
                <a:latin typeface="Aptos" panose="020B0004020202020204" pitchFamily="34" charset="0"/>
              </a:rPr>
              <a:t>Orchestrator</a:t>
            </a:r>
          </a:p>
        </p:txBody>
      </p:sp>
    </p:spTree>
    <p:extLst>
      <p:ext uri="{BB962C8B-B14F-4D97-AF65-F5344CB8AC3E}">
        <p14:creationId xmlns:p14="http://schemas.microsoft.com/office/powerpoint/2010/main" val="3566158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3DC36-4B8C-FA2A-0A18-C5AB6F761F97}"/>
              </a:ext>
            </a:extLst>
          </p:cNvPr>
          <p:cNvSpPr>
            <a:spLocks noGrp="1"/>
          </p:cNvSpPr>
          <p:nvPr>
            <p:ph type="title"/>
          </p:nvPr>
        </p:nvSpPr>
        <p:spPr/>
        <p:txBody>
          <a:bodyPr>
            <a:normAutofit/>
          </a:bodyPr>
          <a:lstStyle/>
          <a:p>
            <a:r>
              <a:rPr lang="en-AU" sz="2400" dirty="0"/>
              <a:t>Isolation Principles for Databricks Serverless Compute</a:t>
            </a:r>
          </a:p>
        </p:txBody>
      </p:sp>
      <p:sp>
        <p:nvSpPr>
          <p:cNvPr id="3" name="Content Placeholder 2">
            <a:extLst>
              <a:ext uri="{FF2B5EF4-FFF2-40B4-BE49-F238E27FC236}">
                <a16:creationId xmlns:a16="http://schemas.microsoft.com/office/drawing/2014/main" id="{76630D2F-FA8C-B7BF-F8EA-4656411D2AC1}"/>
              </a:ext>
            </a:extLst>
          </p:cNvPr>
          <p:cNvSpPr>
            <a:spLocks noGrp="1"/>
          </p:cNvSpPr>
          <p:nvPr>
            <p:ph idx="1"/>
          </p:nvPr>
        </p:nvSpPr>
        <p:spPr/>
        <p:txBody>
          <a:bodyPr/>
          <a:lstStyle/>
          <a:p>
            <a:pPr marL="558800" lvl="0" indent="-457200" algn="l" rtl="0">
              <a:lnSpc>
                <a:spcPct val="115000"/>
              </a:lnSpc>
              <a:spcBef>
                <a:spcPts val="0"/>
              </a:spcBef>
              <a:spcAft>
                <a:spcPts val="0"/>
              </a:spcAft>
              <a:buSzPts val="2000"/>
              <a:buFont typeface="+mj-lt"/>
              <a:buAutoNum type="arabicPeriod"/>
            </a:pPr>
            <a:r>
              <a:rPr lang="en-AU" sz="1600" dirty="0">
                <a:latin typeface="DM Sans"/>
                <a:ea typeface="DM Sans"/>
                <a:cs typeface="DM Sans"/>
                <a:sym typeface="DM Sans"/>
              </a:rPr>
              <a:t>Workloads (clusters) securely isolated</a:t>
            </a:r>
          </a:p>
          <a:p>
            <a:pPr marL="914400" lvl="1" indent="-336550" algn="l" rtl="0">
              <a:lnSpc>
                <a:spcPct val="115000"/>
              </a:lnSpc>
              <a:spcBef>
                <a:spcPts val="0"/>
              </a:spcBef>
              <a:spcAft>
                <a:spcPts val="0"/>
              </a:spcAft>
              <a:buSzPts val="1700"/>
              <a:buFont typeface="DM Sans"/>
              <a:buChar char="○"/>
            </a:pPr>
            <a:r>
              <a:rPr lang="en-AU" dirty="0">
                <a:latin typeface="DM Sans"/>
                <a:ea typeface="DM Sans"/>
                <a:cs typeface="DM Sans"/>
                <a:sym typeface="DM Sans"/>
              </a:rPr>
              <a:t>No cross-workload communication</a:t>
            </a:r>
          </a:p>
          <a:p>
            <a:pPr marL="914400" lvl="1" indent="-336550" algn="l" rtl="0">
              <a:lnSpc>
                <a:spcPct val="115000"/>
              </a:lnSpc>
              <a:spcBef>
                <a:spcPts val="0"/>
              </a:spcBef>
              <a:spcAft>
                <a:spcPts val="0"/>
              </a:spcAft>
              <a:buSzPts val="1700"/>
              <a:buFont typeface="DM Sans"/>
              <a:buChar char="○"/>
            </a:pPr>
            <a:r>
              <a:rPr lang="en-AU" dirty="0">
                <a:latin typeface="DM Sans"/>
                <a:ea typeface="DM Sans"/>
                <a:cs typeface="DM Sans"/>
                <a:sym typeface="DM Sans"/>
              </a:rPr>
              <a:t>Lateral movement is blocked</a:t>
            </a:r>
          </a:p>
          <a:p>
            <a:pPr marL="558800" lvl="0" indent="-457200" algn="l" rtl="0">
              <a:lnSpc>
                <a:spcPct val="115000"/>
              </a:lnSpc>
              <a:spcBef>
                <a:spcPts val="0"/>
              </a:spcBef>
              <a:spcAft>
                <a:spcPts val="0"/>
              </a:spcAft>
              <a:buSzPts val="2000"/>
              <a:buFont typeface="+mj-lt"/>
              <a:buAutoNum type="arabicPeriod"/>
            </a:pPr>
            <a:r>
              <a:rPr lang="en-AU" sz="1600" dirty="0">
                <a:latin typeface="DM Sans"/>
                <a:ea typeface="DM Sans"/>
                <a:cs typeface="DM Sans"/>
                <a:sym typeface="DM Sans"/>
              </a:rPr>
              <a:t>Dedicated compute</a:t>
            </a:r>
          </a:p>
          <a:p>
            <a:pPr marL="914400" lvl="1" indent="-336550" algn="l" rtl="0">
              <a:lnSpc>
                <a:spcPct val="115000"/>
              </a:lnSpc>
              <a:spcBef>
                <a:spcPts val="0"/>
              </a:spcBef>
              <a:spcAft>
                <a:spcPts val="0"/>
              </a:spcAft>
              <a:buSzPts val="1700"/>
              <a:buFont typeface="DM Sans"/>
              <a:buChar char="○"/>
            </a:pPr>
            <a:r>
              <a:rPr lang="en-AU" dirty="0">
                <a:latin typeface="DM Sans"/>
                <a:ea typeface="DM Sans"/>
                <a:cs typeface="DM Sans"/>
                <a:sym typeface="DM Sans"/>
              </a:rPr>
              <a:t>Each node runs dedicated compute</a:t>
            </a:r>
          </a:p>
          <a:p>
            <a:pPr marL="914400" lvl="1" indent="-336550" algn="l" rtl="0">
              <a:lnSpc>
                <a:spcPct val="115000"/>
              </a:lnSpc>
              <a:spcBef>
                <a:spcPts val="0"/>
              </a:spcBef>
              <a:spcAft>
                <a:spcPts val="0"/>
              </a:spcAft>
              <a:buSzPts val="1700"/>
              <a:buFont typeface="DM Sans"/>
              <a:buChar char="○"/>
            </a:pPr>
            <a:r>
              <a:rPr lang="en-AU" dirty="0">
                <a:latin typeface="DM Sans"/>
                <a:ea typeface="DM Sans"/>
                <a:cs typeface="DM Sans"/>
                <a:sym typeface="DM Sans"/>
              </a:rPr>
              <a:t>Workload nodes and attached resources are wiped after use</a:t>
            </a:r>
          </a:p>
          <a:p>
            <a:pPr marL="558800" lvl="0" indent="-457200" algn="l" rtl="0">
              <a:lnSpc>
                <a:spcPct val="115000"/>
              </a:lnSpc>
              <a:spcBef>
                <a:spcPts val="0"/>
              </a:spcBef>
              <a:spcAft>
                <a:spcPts val="0"/>
              </a:spcAft>
              <a:buSzPts val="2000"/>
              <a:buFont typeface="+mj-lt"/>
              <a:buAutoNum type="arabicPeriod"/>
            </a:pPr>
            <a:r>
              <a:rPr lang="en-AU" sz="1600" dirty="0">
                <a:latin typeface="DM Sans"/>
                <a:ea typeface="DM Sans"/>
                <a:cs typeface="DM Sans"/>
                <a:sym typeface="DM Sans"/>
              </a:rPr>
              <a:t>No unnecessary inbound access </a:t>
            </a:r>
          </a:p>
          <a:p>
            <a:pPr marL="742950" lvl="1" indent="-279400" algn="l" rtl="0">
              <a:lnSpc>
                <a:spcPct val="115000"/>
              </a:lnSpc>
              <a:spcBef>
                <a:spcPts val="0"/>
              </a:spcBef>
              <a:spcAft>
                <a:spcPts val="0"/>
              </a:spcAft>
              <a:buSzPts val="1700"/>
              <a:buFont typeface="DM Sans"/>
              <a:buChar char="○"/>
            </a:pPr>
            <a:r>
              <a:rPr lang="en-AU" dirty="0">
                <a:latin typeface="DM Sans"/>
                <a:ea typeface="DM Sans"/>
                <a:cs typeface="DM Sans"/>
                <a:sym typeface="DM Sans"/>
              </a:rPr>
              <a:t>Only authenticated requests from authorized users via the control plane</a:t>
            </a:r>
            <a:endParaRPr lang="en-AU" sz="1600" dirty="0">
              <a:latin typeface="DM Sans"/>
              <a:ea typeface="DM Sans"/>
              <a:cs typeface="DM Sans"/>
              <a:sym typeface="DM Sans"/>
            </a:endParaRPr>
          </a:p>
          <a:p>
            <a:endParaRPr lang="en-AU" dirty="0"/>
          </a:p>
        </p:txBody>
      </p:sp>
      <p:sp>
        <p:nvSpPr>
          <p:cNvPr id="4" name="Slide Number Placeholder 3">
            <a:extLst>
              <a:ext uri="{FF2B5EF4-FFF2-40B4-BE49-F238E27FC236}">
                <a16:creationId xmlns:a16="http://schemas.microsoft.com/office/drawing/2014/main" id="{A1CED2B4-0365-D3C7-7BA9-FA6EBFB02C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17DE0E-AFB1-41FD-BC35-27DB61CA125F}" type="slidenum">
              <a:rPr kumimoji="0" lang="en-AU" sz="800" b="0" i="0" u="none" strike="noStrike" kern="1200" cap="none" spc="0" normalizeH="0" baseline="0" noProof="0" smtClean="0">
                <a:ln>
                  <a:noFill/>
                </a:ln>
                <a:solidFill>
                  <a:srgbClr val="00006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AU" sz="800" b="0" i="0" u="none" strike="noStrike" kern="1200" cap="none" spc="0" normalizeH="0" baseline="0" noProof="0">
              <a:ln>
                <a:noFill/>
              </a:ln>
              <a:solidFill>
                <a:srgbClr val="00006E"/>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7A96D297-6ADF-DA23-7CBD-C49A5D7BA956}"/>
              </a:ext>
            </a:extLst>
          </p:cNvPr>
          <p:cNvSpPr>
            <a:spLocks noGrp="1"/>
          </p:cNvSpPr>
          <p:nvPr>
            <p:ph idx="10"/>
          </p:nvPr>
        </p:nvSpPr>
        <p:spPr/>
        <p:txBody>
          <a:bodyPr/>
          <a:lstStyle/>
          <a:p>
            <a:r>
              <a:rPr lang="en-AU"/>
              <a:t>Customer workloads are protected by multiple layers of isolation</a:t>
            </a:r>
          </a:p>
          <a:p>
            <a:endParaRPr lang="en-AU"/>
          </a:p>
        </p:txBody>
      </p:sp>
      <p:sp>
        <p:nvSpPr>
          <p:cNvPr id="7" name="Date Placeholder 6">
            <a:extLst>
              <a:ext uri="{FF2B5EF4-FFF2-40B4-BE49-F238E27FC236}">
                <a16:creationId xmlns:a16="http://schemas.microsoft.com/office/drawing/2014/main" id="{63DF3578-6377-DA9D-91BE-C0880AB55021}"/>
              </a:ext>
            </a:extLst>
          </p:cNvPr>
          <p:cNvSpPr>
            <a:spLocks noGrp="1"/>
          </p:cNvSpPr>
          <p:nvPr>
            <p:ph type="dt" sz="half"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45B824D-7E46-964B-B0A3-9CABC8C702D0}" type="datetime1">
              <a:rPr kumimoji="0" lang="en-AU" sz="800" b="0" i="0" u="none" strike="noStrike" kern="1200" cap="none" spc="0" normalizeH="0" baseline="0" noProof="0" smtClean="0">
                <a:ln>
                  <a:noFill/>
                </a:ln>
                <a:solidFill>
                  <a:srgbClr val="0054A6"/>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27/03/2025</a:t>
            </a:fld>
            <a:endParaRPr kumimoji="0" lang="en-US" sz="800" b="0" i="0" u="none" strike="noStrike" kern="1200" cap="none" spc="0" normalizeH="0" baseline="0" noProof="0">
              <a:ln>
                <a:noFill/>
              </a:ln>
              <a:solidFill>
                <a:srgbClr val="0054A6"/>
              </a:solidFill>
              <a:effectLst/>
              <a:uLnTx/>
              <a:uFillTx/>
              <a:latin typeface="Arial" panose="020B0604020202020204"/>
              <a:ea typeface="+mn-ea"/>
              <a:cs typeface="+mn-cs"/>
            </a:endParaRPr>
          </a:p>
        </p:txBody>
      </p:sp>
      <p:sp>
        <p:nvSpPr>
          <p:cNvPr id="8" name="Google Shape;620;p63">
            <a:extLst>
              <a:ext uri="{FF2B5EF4-FFF2-40B4-BE49-F238E27FC236}">
                <a16:creationId xmlns:a16="http://schemas.microsoft.com/office/drawing/2014/main" id="{64870817-4AC3-7249-909B-1D2F6D221918}"/>
              </a:ext>
            </a:extLst>
          </p:cNvPr>
          <p:cNvSpPr txBox="1">
            <a:spLocks/>
          </p:cNvSpPr>
          <p:nvPr/>
        </p:nvSpPr>
        <p:spPr>
          <a:xfrm>
            <a:off x="8327662" y="5964735"/>
            <a:ext cx="324300" cy="186600"/>
          </a:xfrm>
          <a:prstGeom prst="rect">
            <a:avLst/>
          </a:prstGeom>
        </p:spPr>
        <p:txBody>
          <a:bodyPr spcFirstLastPara="1" vert="horz" wrap="square" lIns="0" tIns="0" rIns="0" bIns="0" rtlCol="0" anchor="t" anchorCtr="0">
            <a:noAutofit/>
          </a:bodyPr>
          <a:lstStyle>
            <a:defPPr>
              <a:defRPr lang="en-US"/>
            </a:defPPr>
            <a:lvl1pPr marL="0" algn="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00006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006E"/>
              </a:solidFill>
              <a:effectLst/>
              <a:uLnTx/>
              <a:uFillTx/>
              <a:latin typeface="Arial" panose="020B0604020202020204"/>
              <a:ea typeface="+mn-ea"/>
              <a:cs typeface="+mn-cs"/>
            </a:endParaRPr>
          </a:p>
        </p:txBody>
      </p:sp>
      <p:grpSp>
        <p:nvGrpSpPr>
          <p:cNvPr id="9" name="Google Shape;645;p63">
            <a:extLst>
              <a:ext uri="{FF2B5EF4-FFF2-40B4-BE49-F238E27FC236}">
                <a16:creationId xmlns:a16="http://schemas.microsoft.com/office/drawing/2014/main" id="{C37FCC15-A39F-9D89-403E-39F2FDC2A722}"/>
              </a:ext>
            </a:extLst>
          </p:cNvPr>
          <p:cNvGrpSpPr/>
          <p:nvPr/>
        </p:nvGrpSpPr>
        <p:grpSpPr>
          <a:xfrm>
            <a:off x="3419475" y="4446048"/>
            <a:ext cx="5353050" cy="1714325"/>
            <a:chOff x="6517025" y="4692338"/>
            <a:chExt cx="5353050" cy="1714325"/>
          </a:xfrm>
        </p:grpSpPr>
        <p:sp>
          <p:nvSpPr>
            <p:cNvPr id="10" name="Google Shape;646;p63">
              <a:extLst>
                <a:ext uri="{FF2B5EF4-FFF2-40B4-BE49-F238E27FC236}">
                  <a16:creationId xmlns:a16="http://schemas.microsoft.com/office/drawing/2014/main" id="{275204CF-CCE4-823D-519D-D82026A50A14}"/>
                </a:ext>
              </a:extLst>
            </p:cNvPr>
            <p:cNvSpPr/>
            <p:nvPr/>
          </p:nvSpPr>
          <p:spPr>
            <a:xfrm>
              <a:off x="6517025" y="4707650"/>
              <a:ext cx="3017100" cy="1698900"/>
            </a:xfrm>
            <a:prstGeom prst="rect">
              <a:avLst/>
            </a:prstGeom>
            <a:solidFill>
              <a:srgbClr val="FFFFFF">
                <a:alpha val="94050"/>
              </a:srgbClr>
            </a:solidFill>
            <a:ln w="1905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54A6"/>
                  </a:solidFill>
                  <a:effectLst/>
                  <a:uLnTx/>
                  <a:uFillTx/>
                  <a:latin typeface="DM Sans"/>
                  <a:ea typeface="DM Sans"/>
                  <a:cs typeface="DM Sans"/>
                  <a:sym typeface="DM Sans"/>
                </a:rPr>
                <a:t>Verified by independent third party pen testers with source code access</a:t>
              </a:r>
              <a:endParaRPr kumimoji="0" sz="1600" b="0" i="0" u="none" strike="noStrike" kern="1200" cap="none" spc="0" normalizeH="0" baseline="0" noProof="0">
                <a:ln>
                  <a:noFill/>
                </a:ln>
                <a:solidFill>
                  <a:srgbClr val="0054A6"/>
                </a:solidFill>
                <a:effectLst/>
                <a:uLnTx/>
                <a:uFillTx/>
                <a:latin typeface="DM Sans"/>
                <a:ea typeface="DM Sans"/>
                <a:cs typeface="DM Sans"/>
                <a:sym typeface="DM Sans"/>
              </a:endParaRPr>
            </a:p>
            <a:p>
              <a:pPr marL="0" marR="0" lvl="0" indent="0" algn="ctr" defTabSz="914400" rtl="0" eaLnBrk="1" fontAlgn="auto" latinLnBrk="0" hangingPunct="1">
                <a:lnSpc>
                  <a:spcPct val="115000"/>
                </a:lnSpc>
                <a:spcBef>
                  <a:spcPts val="700"/>
                </a:spcBef>
                <a:spcAft>
                  <a:spcPts val="0"/>
                </a:spcAft>
                <a:buClrTx/>
                <a:buSzTx/>
                <a:buFontTx/>
                <a:buNone/>
                <a:tabLst/>
                <a:defRPr/>
              </a:pPr>
              <a:r>
                <a:rPr kumimoji="0" lang="en-US" sz="1600" b="0" i="0" u="none" strike="noStrike" kern="1200" cap="none" spc="0" normalizeH="0" baseline="0" noProof="0">
                  <a:ln>
                    <a:noFill/>
                  </a:ln>
                  <a:solidFill>
                    <a:srgbClr val="0054A6"/>
                  </a:solidFill>
                  <a:effectLst/>
                  <a:uLnTx/>
                  <a:uFillTx/>
                  <a:latin typeface="DM Sans"/>
                  <a:ea typeface="DM Sans"/>
                  <a:cs typeface="DM Sans"/>
                  <a:sym typeface="DM Sans"/>
                </a:rPr>
                <a:t>Also tested by Databricks offensive security team</a:t>
              </a:r>
              <a:endParaRPr kumimoji="0" sz="1600" b="0" i="0" u="none" strike="noStrike" kern="1200" cap="none" spc="0" normalizeH="0" baseline="0" noProof="0">
                <a:ln>
                  <a:noFill/>
                </a:ln>
                <a:solidFill>
                  <a:srgbClr val="0054A6"/>
                </a:solidFill>
                <a:effectLst/>
                <a:uLnTx/>
                <a:uFillTx/>
                <a:latin typeface="DM Sans"/>
                <a:ea typeface="DM Sans"/>
                <a:cs typeface="DM Sans"/>
                <a:sym typeface="DM Sans"/>
              </a:endParaRPr>
            </a:p>
          </p:txBody>
        </p:sp>
        <p:pic>
          <p:nvPicPr>
            <p:cNvPr id="11" name="Google Shape;647;p63">
              <a:extLst>
                <a:ext uri="{FF2B5EF4-FFF2-40B4-BE49-F238E27FC236}">
                  <a16:creationId xmlns:a16="http://schemas.microsoft.com/office/drawing/2014/main" id="{90F64FE0-80A5-1F90-0E5A-2FAD378E0CA1}"/>
                </a:ext>
              </a:extLst>
            </p:cNvPr>
            <p:cNvPicPr preferRelativeResize="0"/>
            <p:nvPr/>
          </p:nvPicPr>
          <p:blipFill>
            <a:blip r:embed="rId2">
              <a:alphaModFix/>
            </a:blip>
            <a:stretch>
              <a:fillRect/>
            </a:stretch>
          </p:blipFill>
          <p:spPr>
            <a:xfrm>
              <a:off x="9533975" y="4692338"/>
              <a:ext cx="2336100" cy="1714325"/>
            </a:xfrm>
            <a:prstGeom prst="rect">
              <a:avLst/>
            </a:prstGeom>
            <a:noFill/>
            <a:ln>
              <a:noFill/>
            </a:ln>
          </p:spPr>
        </p:pic>
        <p:cxnSp>
          <p:nvCxnSpPr>
            <p:cNvPr id="12" name="Google Shape;648;p63">
              <a:extLst>
                <a:ext uri="{FF2B5EF4-FFF2-40B4-BE49-F238E27FC236}">
                  <a16:creationId xmlns:a16="http://schemas.microsoft.com/office/drawing/2014/main" id="{952F32C7-FA66-222F-386E-D2E114A55E5F}"/>
                </a:ext>
              </a:extLst>
            </p:cNvPr>
            <p:cNvCxnSpPr/>
            <p:nvPr/>
          </p:nvCxnSpPr>
          <p:spPr>
            <a:xfrm>
              <a:off x="6999920" y="5698935"/>
              <a:ext cx="2027700" cy="0"/>
            </a:xfrm>
            <a:prstGeom prst="straightConnector1">
              <a:avLst/>
            </a:prstGeom>
            <a:noFill/>
            <a:ln w="9525" cap="flat" cmpd="sng">
              <a:solidFill>
                <a:schemeClr val="dk2"/>
              </a:solidFill>
              <a:prstDash val="solid"/>
              <a:round/>
              <a:headEnd type="none" w="med" len="med"/>
              <a:tailEnd type="none" w="med" len="med"/>
            </a:ln>
          </p:spPr>
        </p:cxnSp>
      </p:grpSp>
    </p:spTree>
    <p:extLst>
      <p:ext uri="{BB962C8B-B14F-4D97-AF65-F5344CB8AC3E}">
        <p14:creationId xmlns:p14="http://schemas.microsoft.com/office/powerpoint/2010/main" val="3950290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C76FD-3FE9-56CF-EA3A-2A1576BA1697}"/>
              </a:ext>
            </a:extLst>
          </p:cNvPr>
          <p:cNvSpPr>
            <a:spLocks noGrp="1"/>
          </p:cNvSpPr>
          <p:nvPr>
            <p:ph type="title"/>
          </p:nvPr>
        </p:nvSpPr>
        <p:spPr/>
        <p:txBody>
          <a:bodyPr>
            <a:normAutofit/>
          </a:bodyPr>
          <a:lstStyle/>
          <a:p>
            <a:r>
              <a:rPr lang="en-AU" sz="2400" dirty="0"/>
              <a:t>There Are Multiple Layers of Isolation</a:t>
            </a:r>
          </a:p>
        </p:txBody>
      </p:sp>
      <p:sp>
        <p:nvSpPr>
          <p:cNvPr id="3" name="Content Placeholder 2">
            <a:extLst>
              <a:ext uri="{FF2B5EF4-FFF2-40B4-BE49-F238E27FC236}">
                <a16:creationId xmlns:a16="http://schemas.microsoft.com/office/drawing/2014/main" id="{B9278F34-399F-2C01-AB80-6FF0BC5680B6}"/>
              </a:ext>
            </a:extLst>
          </p:cNvPr>
          <p:cNvSpPr>
            <a:spLocks noGrp="1"/>
          </p:cNvSpPr>
          <p:nvPr>
            <p:ph idx="1"/>
          </p:nvPr>
        </p:nvSpPr>
        <p:spPr>
          <a:xfrm>
            <a:off x="719668" y="1554789"/>
            <a:ext cx="5503820" cy="4351339"/>
          </a:xfrm>
        </p:spPr>
        <p:txBody>
          <a:bodyPr>
            <a:normAutofit lnSpcReduction="10000"/>
          </a:bodyPr>
          <a:lstStyle/>
          <a:p>
            <a:pPr marL="0" lvl="0" indent="0" algn="l" rtl="0">
              <a:spcBef>
                <a:spcPts val="0"/>
              </a:spcBef>
              <a:spcAft>
                <a:spcPts val="0"/>
              </a:spcAft>
              <a:buNone/>
            </a:pPr>
            <a:r>
              <a:rPr lang="en-AU" sz="2000" dirty="0">
                <a:solidFill>
                  <a:schemeClr val="tx1"/>
                </a:solidFill>
                <a:latin typeface="DM Sans Medium"/>
                <a:sym typeface="DM Sans"/>
              </a:rPr>
              <a:t>Container</a:t>
            </a:r>
          </a:p>
          <a:p>
            <a:pPr marL="457200" lvl="0" indent="-336550" algn="l" rtl="0">
              <a:lnSpc>
                <a:spcPct val="115000"/>
              </a:lnSpc>
              <a:spcBef>
                <a:spcPts val="400"/>
              </a:spcBef>
              <a:spcAft>
                <a:spcPts val="0"/>
              </a:spcAft>
              <a:buSzPts val="1700"/>
              <a:buFont typeface="DM Sans"/>
              <a:buChar char="●"/>
            </a:pPr>
            <a:r>
              <a:rPr lang="en-AU" dirty="0">
                <a:latin typeface="DM Sans"/>
                <a:ea typeface="DM Sans"/>
                <a:cs typeface="DM Sans"/>
                <a:sym typeface="DM Sans"/>
              </a:rPr>
              <a:t>Workloads run in an unprivileged container</a:t>
            </a:r>
            <a:endParaRPr lang="en-AU" b="1" dirty="0">
              <a:latin typeface="DM Sans"/>
              <a:ea typeface="DM Sans"/>
              <a:cs typeface="DM Sans"/>
              <a:sym typeface="DM Sans"/>
            </a:endParaRPr>
          </a:p>
          <a:p>
            <a:pPr marL="0" lvl="0" indent="0" algn="l" rtl="0">
              <a:spcBef>
                <a:spcPts val="600"/>
              </a:spcBef>
              <a:spcAft>
                <a:spcPts val="0"/>
              </a:spcAft>
              <a:buNone/>
            </a:pPr>
            <a:r>
              <a:rPr lang="en-AU" sz="2000" dirty="0">
                <a:solidFill>
                  <a:schemeClr val="tx1"/>
                </a:solidFill>
                <a:latin typeface="DM Sans Medium"/>
                <a:sym typeface="DM Sans"/>
              </a:rPr>
              <a:t>Disks</a:t>
            </a:r>
          </a:p>
          <a:p>
            <a:pPr marL="457200" lvl="0" indent="-336550" algn="l" rtl="0">
              <a:spcBef>
                <a:spcPts val="400"/>
              </a:spcBef>
              <a:spcAft>
                <a:spcPts val="0"/>
              </a:spcAft>
              <a:buSzPts val="1700"/>
              <a:buFont typeface="DM Sans"/>
              <a:buChar char="●"/>
            </a:pPr>
            <a:r>
              <a:rPr lang="en-AU" dirty="0">
                <a:latin typeface="DM Sans"/>
                <a:ea typeface="DM Sans"/>
                <a:cs typeface="DM Sans"/>
                <a:sym typeface="DM Sans"/>
              </a:rPr>
              <a:t>All local and attached disks are dedicated to a customer &amp; wiped after use</a:t>
            </a:r>
          </a:p>
          <a:p>
            <a:pPr marL="457200" lvl="0" indent="-336550" algn="l" rtl="0">
              <a:spcBef>
                <a:spcPts val="0"/>
              </a:spcBef>
              <a:spcAft>
                <a:spcPts val="0"/>
              </a:spcAft>
              <a:buSzPts val="1700"/>
              <a:buFont typeface="DM Sans"/>
              <a:buChar char="●"/>
            </a:pPr>
            <a:r>
              <a:rPr lang="en-AU" dirty="0">
                <a:latin typeface="DM Sans"/>
                <a:ea typeface="DM Sans"/>
                <a:cs typeface="DM Sans"/>
                <a:sym typeface="DM Sans"/>
              </a:rPr>
              <a:t>All disks are temporary &amp; encrypted at rest</a:t>
            </a:r>
          </a:p>
          <a:p>
            <a:pPr marL="0" lvl="0" indent="0" algn="l" rtl="0">
              <a:spcBef>
                <a:spcPts val="600"/>
              </a:spcBef>
              <a:spcAft>
                <a:spcPts val="0"/>
              </a:spcAft>
              <a:buNone/>
            </a:pPr>
            <a:r>
              <a:rPr lang="en-AU" sz="2000" dirty="0">
                <a:solidFill>
                  <a:schemeClr val="tx1"/>
                </a:solidFill>
                <a:latin typeface="DM Sans Medium"/>
                <a:sym typeface="DM Sans"/>
              </a:rPr>
              <a:t>Compute</a:t>
            </a:r>
          </a:p>
          <a:p>
            <a:pPr marL="457200" lvl="0" indent="-336550" algn="l" rtl="0">
              <a:lnSpc>
                <a:spcPct val="115000"/>
              </a:lnSpc>
              <a:spcBef>
                <a:spcPts val="400"/>
              </a:spcBef>
              <a:spcAft>
                <a:spcPts val="0"/>
              </a:spcAft>
              <a:buSzPts val="1700"/>
              <a:buFont typeface="DM Sans"/>
              <a:buChar char="●"/>
            </a:pPr>
            <a:r>
              <a:rPr lang="en-AU" dirty="0">
                <a:latin typeface="DM Sans"/>
                <a:ea typeface="DM Sans"/>
                <a:cs typeface="DM Sans"/>
                <a:sym typeface="DM Sans"/>
              </a:rPr>
              <a:t>Dedicated to a customer &amp; </a:t>
            </a:r>
            <a:r>
              <a:rPr lang="en-AU" b="1" u="sng" dirty="0">
                <a:latin typeface="DM Sans"/>
                <a:ea typeface="DM Sans"/>
                <a:cs typeface="DM Sans"/>
                <a:sym typeface="DM Sans"/>
              </a:rPr>
              <a:t>wiped after use</a:t>
            </a:r>
          </a:p>
          <a:p>
            <a:pPr marL="457200" lvl="0" indent="-336550" algn="l" rtl="0">
              <a:lnSpc>
                <a:spcPct val="115000"/>
              </a:lnSpc>
              <a:spcBef>
                <a:spcPts val="0"/>
              </a:spcBef>
              <a:spcAft>
                <a:spcPts val="0"/>
              </a:spcAft>
              <a:buSzPts val="1700"/>
              <a:buFont typeface="DM Sans"/>
              <a:buChar char="●"/>
            </a:pPr>
            <a:r>
              <a:rPr lang="en-AU" dirty="0">
                <a:latin typeface="DM Sans"/>
                <a:ea typeface="DM Sans"/>
                <a:cs typeface="DM Sans"/>
                <a:sym typeface="DM Sans"/>
              </a:rPr>
              <a:t>No privileges or credentials for other systems</a:t>
            </a:r>
          </a:p>
          <a:p>
            <a:pPr marL="0" lvl="0" indent="0" algn="l" rtl="0">
              <a:spcBef>
                <a:spcPts val="600"/>
              </a:spcBef>
              <a:spcAft>
                <a:spcPts val="0"/>
              </a:spcAft>
              <a:buNone/>
            </a:pPr>
            <a:r>
              <a:rPr lang="en-AU" sz="2000" dirty="0">
                <a:solidFill>
                  <a:schemeClr val="tx1"/>
                </a:solidFill>
                <a:latin typeface="DM Sans Medium"/>
                <a:sym typeface="DM Sans"/>
              </a:rPr>
              <a:t>Network</a:t>
            </a:r>
          </a:p>
          <a:p>
            <a:pPr marL="457200" lvl="0" indent="-336550" algn="l" rtl="0">
              <a:spcBef>
                <a:spcPts val="400"/>
              </a:spcBef>
              <a:spcAft>
                <a:spcPts val="0"/>
              </a:spcAft>
              <a:buSzPts val="1700"/>
              <a:buFont typeface="DM Sans"/>
              <a:buChar char="●"/>
            </a:pPr>
            <a:r>
              <a:rPr lang="en-AU" dirty="0">
                <a:latin typeface="DM Sans"/>
                <a:ea typeface="DM Sans"/>
                <a:cs typeface="DM Sans"/>
                <a:sym typeface="DM Sans"/>
              </a:rPr>
              <a:t>Each workload / cluster is on an isolated logical network </a:t>
            </a:r>
          </a:p>
          <a:p>
            <a:pPr marL="457200" lvl="0" indent="-336550" algn="l" rtl="0">
              <a:spcBef>
                <a:spcPts val="0"/>
              </a:spcBef>
              <a:spcAft>
                <a:spcPts val="0"/>
              </a:spcAft>
              <a:buSzPts val="1700"/>
              <a:buFont typeface="DM Sans"/>
              <a:buChar char="●"/>
            </a:pPr>
            <a:r>
              <a:rPr lang="en-AU" dirty="0">
                <a:latin typeface="DM Sans"/>
                <a:ea typeface="DM Sans"/>
                <a:cs typeface="DM Sans"/>
                <a:sym typeface="DM Sans"/>
              </a:rPr>
              <a:t>No public IP addresses</a:t>
            </a:r>
          </a:p>
          <a:p>
            <a:pPr marL="457200" lvl="0" indent="-336550" algn="l" rtl="0">
              <a:spcBef>
                <a:spcPts val="0"/>
              </a:spcBef>
              <a:spcAft>
                <a:spcPts val="0"/>
              </a:spcAft>
              <a:buSzPts val="1700"/>
              <a:buFont typeface="DM Sans"/>
              <a:buChar char="●"/>
            </a:pPr>
            <a:r>
              <a:rPr lang="en-AU" dirty="0">
                <a:latin typeface="DM Sans"/>
                <a:ea typeface="DM Sans"/>
                <a:cs typeface="DM Sans"/>
                <a:sym typeface="DM Sans"/>
              </a:rPr>
              <a:t>No ingress allowed from other workloads / clusters</a:t>
            </a:r>
            <a:endParaRPr lang="en-AU" sz="1300" dirty="0">
              <a:latin typeface="DM Sans"/>
              <a:ea typeface="DM Sans"/>
              <a:cs typeface="DM Sans"/>
              <a:sym typeface="DM Sans"/>
            </a:endParaRPr>
          </a:p>
          <a:p>
            <a:endParaRPr lang="en-AU" dirty="0"/>
          </a:p>
        </p:txBody>
      </p:sp>
      <p:sp>
        <p:nvSpPr>
          <p:cNvPr id="4" name="Slide Number Placeholder 3">
            <a:extLst>
              <a:ext uri="{FF2B5EF4-FFF2-40B4-BE49-F238E27FC236}">
                <a16:creationId xmlns:a16="http://schemas.microsoft.com/office/drawing/2014/main" id="{DBCD7760-9A50-96D1-CB1C-44A88313B1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17DE0E-AFB1-41FD-BC35-27DB61CA125F}" type="slidenum">
              <a:rPr kumimoji="0" lang="en-AU" sz="800" b="0" i="0" u="none" strike="noStrike" kern="1200" cap="none" spc="0" normalizeH="0" baseline="0" noProof="0" smtClean="0">
                <a:ln>
                  <a:noFill/>
                </a:ln>
                <a:solidFill>
                  <a:srgbClr val="00006E"/>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800" b="0" i="0" u="none" strike="noStrike" kern="1200" cap="none" spc="0" normalizeH="0" baseline="0" noProof="0">
              <a:ln>
                <a:noFill/>
              </a:ln>
              <a:solidFill>
                <a:srgbClr val="00006E"/>
              </a:solidFill>
              <a:effectLst/>
              <a:uLnTx/>
              <a:uFillTx/>
              <a:latin typeface="Arial" panose="020B0604020202020204"/>
              <a:ea typeface="+mn-ea"/>
              <a:cs typeface="+mn-cs"/>
            </a:endParaRPr>
          </a:p>
        </p:txBody>
      </p:sp>
      <p:sp>
        <p:nvSpPr>
          <p:cNvPr id="6" name="Footer Placeholder 5">
            <a:extLst>
              <a:ext uri="{FF2B5EF4-FFF2-40B4-BE49-F238E27FC236}">
                <a16:creationId xmlns:a16="http://schemas.microsoft.com/office/drawing/2014/main" id="{39613BB1-9CF8-A0B8-2784-EEF3C6B79C1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rgbClr val="00006E"/>
                </a:solidFill>
                <a:effectLst/>
                <a:uLnTx/>
                <a:uFillTx/>
                <a:latin typeface="Arial" panose="020B0604020202020204"/>
                <a:ea typeface="+mn-ea"/>
                <a:cs typeface="+mn-cs"/>
              </a:rPr>
              <a:t>Sydney Water PowerPoint template</a:t>
            </a:r>
          </a:p>
        </p:txBody>
      </p:sp>
      <p:sp>
        <p:nvSpPr>
          <p:cNvPr id="7" name="Date Placeholder 6">
            <a:extLst>
              <a:ext uri="{FF2B5EF4-FFF2-40B4-BE49-F238E27FC236}">
                <a16:creationId xmlns:a16="http://schemas.microsoft.com/office/drawing/2014/main" id="{F94744FF-83C5-8C8D-718F-F5A7636B473D}"/>
              </a:ext>
            </a:extLst>
          </p:cNvPr>
          <p:cNvSpPr>
            <a:spLocks noGrp="1"/>
          </p:cNvSpPr>
          <p:nvPr>
            <p:ph type="dt" sz="half"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45B824D-7E46-964B-B0A3-9CABC8C702D0}" type="datetime1">
              <a:rPr kumimoji="0" lang="en-AU" sz="800" b="0" i="0" u="none" strike="noStrike" kern="1200" cap="none" spc="0" normalizeH="0" baseline="0" noProof="0" smtClean="0">
                <a:ln>
                  <a:noFill/>
                </a:ln>
                <a:solidFill>
                  <a:srgbClr val="0054A6"/>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27/03/2025</a:t>
            </a:fld>
            <a:endParaRPr kumimoji="0" lang="en-US" sz="800" b="0" i="0" u="none" strike="noStrike" kern="1200" cap="none" spc="0" normalizeH="0" baseline="0" noProof="0">
              <a:ln>
                <a:noFill/>
              </a:ln>
              <a:solidFill>
                <a:srgbClr val="0054A6"/>
              </a:solidFill>
              <a:effectLst/>
              <a:uLnTx/>
              <a:uFillTx/>
              <a:latin typeface="Arial" panose="020B0604020202020204"/>
              <a:ea typeface="+mn-ea"/>
              <a:cs typeface="+mn-cs"/>
            </a:endParaRPr>
          </a:p>
        </p:txBody>
      </p:sp>
      <p:grpSp>
        <p:nvGrpSpPr>
          <p:cNvPr id="8" name="Google Shape;654;p64">
            <a:extLst>
              <a:ext uri="{FF2B5EF4-FFF2-40B4-BE49-F238E27FC236}">
                <a16:creationId xmlns:a16="http://schemas.microsoft.com/office/drawing/2014/main" id="{A83F6330-0C0B-8606-4528-2933C5DB8BFF}"/>
              </a:ext>
            </a:extLst>
          </p:cNvPr>
          <p:cNvGrpSpPr/>
          <p:nvPr/>
        </p:nvGrpSpPr>
        <p:grpSpPr>
          <a:xfrm>
            <a:off x="7148003" y="1484786"/>
            <a:ext cx="4375032" cy="4435200"/>
            <a:chOff x="399600" y="1738200"/>
            <a:chExt cx="5196000" cy="4435200"/>
          </a:xfrm>
        </p:grpSpPr>
        <p:sp>
          <p:nvSpPr>
            <p:cNvPr id="9" name="Google Shape;655;p64">
              <a:extLst>
                <a:ext uri="{FF2B5EF4-FFF2-40B4-BE49-F238E27FC236}">
                  <a16:creationId xmlns:a16="http://schemas.microsoft.com/office/drawing/2014/main" id="{B3F127AA-AD35-3A1A-A85E-1E017FBFBFC5}"/>
                </a:ext>
              </a:extLst>
            </p:cNvPr>
            <p:cNvSpPr/>
            <p:nvPr/>
          </p:nvSpPr>
          <p:spPr>
            <a:xfrm>
              <a:off x="399600" y="1738200"/>
              <a:ext cx="5196000" cy="4435200"/>
            </a:xfrm>
            <a:prstGeom prst="roundRect">
              <a:avLst>
                <a:gd name="adj" fmla="val 16667"/>
              </a:avLst>
            </a:prstGeom>
            <a:solidFill>
              <a:srgbClr val="EFEFEF"/>
            </a:solidFill>
            <a:ln w="19050" cap="flat" cmpd="sng">
              <a:solidFill>
                <a:srgbClr val="666666"/>
              </a:solidFill>
              <a:prstDash val="solid"/>
              <a:round/>
              <a:headEnd type="none" w="sm" len="sm"/>
              <a:tailEnd type="none" w="sm" len="sm"/>
            </a:ln>
          </p:spPr>
          <p:txBody>
            <a:bodyPr spcFirstLastPara="1" wrap="square" lIns="91425" tIns="91425" rIns="91425" bIns="91425" anchor="b"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endParaRPr>
            </a:p>
          </p:txBody>
        </p:sp>
        <p:sp>
          <p:nvSpPr>
            <p:cNvPr id="10" name="Google Shape;656;p64">
              <a:extLst>
                <a:ext uri="{FF2B5EF4-FFF2-40B4-BE49-F238E27FC236}">
                  <a16:creationId xmlns:a16="http://schemas.microsoft.com/office/drawing/2014/main" id="{9398705A-5F38-8138-1918-7EEC8BBE5232}"/>
                </a:ext>
              </a:extLst>
            </p:cNvPr>
            <p:cNvSpPr txBox="1"/>
            <p:nvPr/>
          </p:nvSpPr>
          <p:spPr>
            <a:xfrm>
              <a:off x="1497600" y="5602279"/>
              <a:ext cx="3000000" cy="5541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rPr>
                <a:t>Network</a:t>
              </a:r>
              <a:endParaRPr kumimoji="0"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endParaRPr>
            </a:p>
          </p:txBody>
        </p:sp>
      </p:grpSp>
      <p:grpSp>
        <p:nvGrpSpPr>
          <p:cNvPr id="11" name="Google Shape;657;p64">
            <a:extLst>
              <a:ext uri="{FF2B5EF4-FFF2-40B4-BE49-F238E27FC236}">
                <a16:creationId xmlns:a16="http://schemas.microsoft.com/office/drawing/2014/main" id="{42D5F9F0-3187-F5DA-D52A-75F0DB0BFB60}"/>
              </a:ext>
            </a:extLst>
          </p:cNvPr>
          <p:cNvGrpSpPr/>
          <p:nvPr/>
        </p:nvGrpSpPr>
        <p:grpSpPr>
          <a:xfrm>
            <a:off x="7776977" y="1998547"/>
            <a:ext cx="3117084" cy="3342900"/>
            <a:chOff x="1146600" y="2109975"/>
            <a:chExt cx="3702000" cy="3342900"/>
          </a:xfrm>
        </p:grpSpPr>
        <p:sp>
          <p:nvSpPr>
            <p:cNvPr id="12" name="Google Shape;658;p64">
              <a:extLst>
                <a:ext uri="{FF2B5EF4-FFF2-40B4-BE49-F238E27FC236}">
                  <a16:creationId xmlns:a16="http://schemas.microsoft.com/office/drawing/2014/main" id="{0F5DFC4B-AD04-3B30-29DE-18AC365B782A}"/>
                </a:ext>
              </a:extLst>
            </p:cNvPr>
            <p:cNvSpPr/>
            <p:nvPr/>
          </p:nvSpPr>
          <p:spPr>
            <a:xfrm>
              <a:off x="1146600" y="2109975"/>
              <a:ext cx="3702000" cy="3342900"/>
            </a:xfrm>
            <a:prstGeom prst="roundRect">
              <a:avLst>
                <a:gd name="adj" fmla="val 16667"/>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b"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endParaRPr>
            </a:p>
          </p:txBody>
        </p:sp>
        <p:sp>
          <p:nvSpPr>
            <p:cNvPr id="13" name="Google Shape;659;p64">
              <a:extLst>
                <a:ext uri="{FF2B5EF4-FFF2-40B4-BE49-F238E27FC236}">
                  <a16:creationId xmlns:a16="http://schemas.microsoft.com/office/drawing/2014/main" id="{F9792EF9-F282-1DAB-36CB-AFD183114BE5}"/>
                </a:ext>
              </a:extLst>
            </p:cNvPr>
            <p:cNvSpPr txBox="1"/>
            <p:nvPr/>
          </p:nvSpPr>
          <p:spPr>
            <a:xfrm>
              <a:off x="1497600" y="4892867"/>
              <a:ext cx="3000000" cy="5541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rPr>
                <a:t>Compute</a:t>
              </a:r>
              <a:endParaRPr kumimoji="0"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endParaRPr>
            </a:p>
          </p:txBody>
        </p:sp>
      </p:grpSp>
      <p:grpSp>
        <p:nvGrpSpPr>
          <p:cNvPr id="14" name="Google Shape;660;p64">
            <a:extLst>
              <a:ext uri="{FF2B5EF4-FFF2-40B4-BE49-F238E27FC236}">
                <a16:creationId xmlns:a16="http://schemas.microsoft.com/office/drawing/2014/main" id="{85FFB181-2988-8D8D-B3D9-F0109D19C7EC}"/>
              </a:ext>
            </a:extLst>
          </p:cNvPr>
          <p:cNvGrpSpPr/>
          <p:nvPr/>
        </p:nvGrpSpPr>
        <p:grpSpPr>
          <a:xfrm>
            <a:off x="8072519" y="2551475"/>
            <a:ext cx="2526000" cy="2258636"/>
            <a:chOff x="1497600" y="2667925"/>
            <a:chExt cx="3000000" cy="2086500"/>
          </a:xfrm>
        </p:grpSpPr>
        <p:sp>
          <p:nvSpPr>
            <p:cNvPr id="15" name="Google Shape;661;p64">
              <a:extLst>
                <a:ext uri="{FF2B5EF4-FFF2-40B4-BE49-F238E27FC236}">
                  <a16:creationId xmlns:a16="http://schemas.microsoft.com/office/drawing/2014/main" id="{7563850D-0185-62C7-4B26-619C2186CC38}"/>
                </a:ext>
              </a:extLst>
            </p:cNvPr>
            <p:cNvSpPr/>
            <p:nvPr/>
          </p:nvSpPr>
          <p:spPr>
            <a:xfrm>
              <a:off x="1637850" y="2667925"/>
              <a:ext cx="2719500" cy="2086500"/>
            </a:xfrm>
            <a:prstGeom prst="roundRect">
              <a:avLst>
                <a:gd name="adj" fmla="val 16667"/>
              </a:avLst>
            </a:prstGeom>
            <a:solidFill>
              <a:srgbClr val="B7B7B7"/>
            </a:solidFill>
            <a:ln w="19050" cap="flat" cmpd="sng">
              <a:solidFill>
                <a:srgbClr val="666666"/>
              </a:solidFill>
              <a:prstDash val="solid"/>
              <a:round/>
              <a:headEnd type="none" w="sm" len="sm"/>
              <a:tailEnd type="none" w="sm" len="sm"/>
            </a:ln>
          </p:spPr>
          <p:txBody>
            <a:bodyPr spcFirstLastPara="1" wrap="square" lIns="91425" tIns="91425" rIns="91425" bIns="91425" anchor="b"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endParaRPr>
            </a:p>
          </p:txBody>
        </p:sp>
        <p:sp>
          <p:nvSpPr>
            <p:cNvPr id="16" name="Google Shape;662;p64">
              <a:extLst>
                <a:ext uri="{FF2B5EF4-FFF2-40B4-BE49-F238E27FC236}">
                  <a16:creationId xmlns:a16="http://schemas.microsoft.com/office/drawing/2014/main" id="{094406A6-0A9A-2CC1-2740-7140527F9BAF}"/>
                </a:ext>
              </a:extLst>
            </p:cNvPr>
            <p:cNvSpPr txBox="1"/>
            <p:nvPr/>
          </p:nvSpPr>
          <p:spPr>
            <a:xfrm>
              <a:off x="1497600" y="4183479"/>
              <a:ext cx="3000000" cy="5541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rPr>
                <a:t>Disks</a:t>
              </a:r>
              <a:endParaRPr kumimoji="0"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endParaRPr>
            </a:p>
          </p:txBody>
        </p:sp>
      </p:grpSp>
      <p:grpSp>
        <p:nvGrpSpPr>
          <p:cNvPr id="17" name="Google Shape;665;p64">
            <a:extLst>
              <a:ext uri="{FF2B5EF4-FFF2-40B4-BE49-F238E27FC236}">
                <a16:creationId xmlns:a16="http://schemas.microsoft.com/office/drawing/2014/main" id="{8727C7F2-A3D7-507E-DBAE-40787EBB7C50}"/>
              </a:ext>
            </a:extLst>
          </p:cNvPr>
          <p:cNvGrpSpPr/>
          <p:nvPr/>
        </p:nvGrpSpPr>
        <p:grpSpPr>
          <a:xfrm>
            <a:off x="8072519" y="3040957"/>
            <a:ext cx="2526000" cy="1170459"/>
            <a:chOff x="1497600" y="3037300"/>
            <a:chExt cx="3000000" cy="1074900"/>
          </a:xfrm>
        </p:grpSpPr>
        <p:sp>
          <p:nvSpPr>
            <p:cNvPr id="18" name="Google Shape;666;p64">
              <a:extLst>
                <a:ext uri="{FF2B5EF4-FFF2-40B4-BE49-F238E27FC236}">
                  <a16:creationId xmlns:a16="http://schemas.microsoft.com/office/drawing/2014/main" id="{23A2C34F-8C92-7D0F-A42D-0808F12398FD}"/>
                </a:ext>
              </a:extLst>
            </p:cNvPr>
            <p:cNvSpPr/>
            <p:nvPr/>
          </p:nvSpPr>
          <p:spPr>
            <a:xfrm>
              <a:off x="2085300" y="3037300"/>
              <a:ext cx="1824600" cy="1074900"/>
            </a:xfrm>
            <a:prstGeom prst="roundRect">
              <a:avLst>
                <a:gd name="adj" fmla="val 16667"/>
              </a:avLst>
            </a:prstGeom>
            <a:solidFill>
              <a:srgbClr val="99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endParaRPr>
            </a:p>
          </p:txBody>
        </p:sp>
        <p:sp>
          <p:nvSpPr>
            <p:cNvPr id="19" name="Google Shape;667;p64">
              <a:extLst>
                <a:ext uri="{FF2B5EF4-FFF2-40B4-BE49-F238E27FC236}">
                  <a16:creationId xmlns:a16="http://schemas.microsoft.com/office/drawing/2014/main" id="{6E477561-A8CE-571E-E6AC-A9218BB095C6}"/>
                </a:ext>
              </a:extLst>
            </p:cNvPr>
            <p:cNvSpPr txBox="1"/>
            <p:nvPr/>
          </p:nvSpPr>
          <p:spPr>
            <a:xfrm>
              <a:off x="1497600" y="3297700"/>
              <a:ext cx="3000000" cy="5541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rPr>
                <a:t>Container</a:t>
              </a:r>
              <a:endParaRPr kumimoji="0" sz="2400" b="0" i="0" u="none" strike="noStrike" kern="1200" cap="none" spc="0" normalizeH="0" baseline="0" noProof="0">
                <a:ln>
                  <a:noFill/>
                </a:ln>
                <a:solidFill>
                  <a:srgbClr val="0054A6"/>
                </a:solidFill>
                <a:effectLst/>
                <a:uLnTx/>
                <a:uFillTx/>
                <a:latin typeface="DM Sans Medium"/>
                <a:ea typeface="DM Sans Medium"/>
                <a:cs typeface="DM Sans Medium"/>
                <a:sym typeface="DM Sans Medium"/>
              </a:endParaRPr>
            </a:p>
          </p:txBody>
        </p:sp>
      </p:grpSp>
    </p:spTree>
    <p:extLst>
      <p:ext uri="{BB962C8B-B14F-4D97-AF65-F5344CB8AC3E}">
        <p14:creationId xmlns:p14="http://schemas.microsoft.com/office/powerpoint/2010/main" val="1792345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F77D6F69-641C-5B64-8F5F-2F075CD5FFE3}"/>
              </a:ext>
            </a:extLst>
          </p:cNvPr>
          <p:cNvSpPr txBox="1">
            <a:spLocks/>
          </p:cNvSpPr>
          <p:nvPr/>
        </p:nvSpPr>
        <p:spPr>
          <a:xfrm>
            <a:off x="624046" y="331390"/>
            <a:ext cx="8655042" cy="642924"/>
          </a:xfrm>
          <a:prstGeom prst="rect">
            <a:avLst/>
          </a:prstGeom>
        </p:spPr>
        <p:txBody>
          <a:bodyPr vert="horz" lIns="121920" tIns="60960" rIns="121920" bIns="60960" rtlCol="0" anchor="t">
            <a:noAutofit/>
          </a:bodyPr>
          <a:lstStyle>
            <a:lvl1pPr algn="l" defTabSz="514350" rtl="0" eaLnBrk="1" latinLnBrk="0" hangingPunct="1">
              <a:lnSpc>
                <a:spcPct val="90000"/>
              </a:lnSpc>
              <a:spcBef>
                <a:spcPct val="0"/>
              </a:spcBef>
              <a:buNone/>
              <a:defRPr sz="2250" b="1" kern="1200">
                <a:solidFill>
                  <a:schemeClr val="tx1"/>
                </a:solidFill>
                <a:latin typeface="+mn-lt"/>
                <a:ea typeface="+mj-ea"/>
                <a:cs typeface="+mj-cs"/>
              </a:defRPr>
            </a:lvl1pPr>
          </a:lstStyle>
          <a:p>
            <a:pPr defTabSz="685783">
              <a:defRPr/>
            </a:pPr>
            <a:r>
              <a:rPr lang="en-AU" sz="2200" b="0">
                <a:latin typeface="+mj-lt"/>
                <a:cs typeface="Arial" panose="020B0604020202020204" pitchFamily="34" charset="0"/>
              </a:rPr>
              <a:t>Gen AI with RAG on Azure</a:t>
            </a:r>
            <a:endParaRPr lang="en-AU" sz="2000" b="1" i="0" u="none" strike="noStrike" kern="1200" cap="none" spc="0" normalizeH="0" baseline="0" noProof="0">
              <a:ln>
                <a:noFill/>
              </a:ln>
              <a:solidFill>
                <a:srgbClr val="0054A6"/>
              </a:solidFill>
              <a:effectLst/>
              <a:uLnTx/>
              <a:uFillTx/>
              <a:latin typeface="Arial Black" panose="020B0A04020102020204"/>
            </a:endParaRPr>
          </a:p>
        </p:txBody>
      </p:sp>
      <p:graphicFrame>
        <p:nvGraphicFramePr>
          <p:cNvPr id="75" name="Table 74">
            <a:extLst>
              <a:ext uri="{FF2B5EF4-FFF2-40B4-BE49-F238E27FC236}">
                <a16:creationId xmlns:a16="http://schemas.microsoft.com/office/drawing/2014/main" id="{A68EF078-97D2-E507-54F1-B2FC1483139E}"/>
              </a:ext>
            </a:extLst>
          </p:cNvPr>
          <p:cNvGraphicFramePr>
            <a:graphicFrameLocks noGrp="1"/>
          </p:cNvGraphicFramePr>
          <p:nvPr>
            <p:extLst>
              <p:ext uri="{D42A27DB-BD31-4B8C-83A1-F6EECF244321}">
                <p14:modId xmlns:p14="http://schemas.microsoft.com/office/powerpoint/2010/main" val="2734715580"/>
              </p:ext>
            </p:extLst>
          </p:nvPr>
        </p:nvGraphicFramePr>
        <p:xfrm>
          <a:off x="263572" y="776175"/>
          <a:ext cx="11628226" cy="5966927"/>
        </p:xfrm>
        <a:graphic>
          <a:graphicData uri="http://schemas.openxmlformats.org/drawingml/2006/table">
            <a:tbl>
              <a:tblPr firstRow="1" bandRow="1"/>
              <a:tblGrid>
                <a:gridCol w="790634">
                  <a:extLst>
                    <a:ext uri="{9D8B030D-6E8A-4147-A177-3AD203B41FA5}">
                      <a16:colId xmlns:a16="http://schemas.microsoft.com/office/drawing/2014/main" val="4242471447"/>
                    </a:ext>
                  </a:extLst>
                </a:gridCol>
                <a:gridCol w="10837592">
                  <a:extLst>
                    <a:ext uri="{9D8B030D-6E8A-4147-A177-3AD203B41FA5}">
                      <a16:colId xmlns:a16="http://schemas.microsoft.com/office/drawing/2014/main" val="1304430250"/>
                    </a:ext>
                  </a:extLst>
                </a:gridCol>
              </a:tblGrid>
              <a:tr h="4614826">
                <a:tc>
                  <a:txBody>
                    <a:bodyPr/>
                    <a:lstStyle/>
                    <a:p>
                      <a:endParaRPr lang="en-AU"/>
                    </a:p>
                  </a:txBody>
                  <a:tcPr/>
                </a:tc>
                <a:tc>
                  <a:txBody>
                    <a:bodyPr/>
                    <a:lstStyle/>
                    <a:p>
                      <a:endParaRPr lang="en-AU"/>
                    </a:p>
                  </a:txBody>
                  <a:tcPr/>
                </a:tc>
                <a:extLst>
                  <a:ext uri="{0D108BD9-81ED-4DB2-BD59-A6C34878D82A}">
                    <a16:rowId xmlns:a16="http://schemas.microsoft.com/office/drawing/2014/main" val="2703193091"/>
                  </a:ext>
                </a:extLst>
              </a:tr>
              <a:tr h="1352101">
                <a:tc>
                  <a:txBody>
                    <a:bodyPr/>
                    <a:lstStyle/>
                    <a:p>
                      <a:endParaRPr lang="en-AU"/>
                    </a:p>
                  </a:txBody>
                  <a:tcPr/>
                </a:tc>
                <a:tc>
                  <a:txBody>
                    <a:bodyPr/>
                    <a:lstStyle/>
                    <a:p>
                      <a:endParaRPr lang="en-AU"/>
                    </a:p>
                  </a:txBody>
                  <a:tcPr/>
                </a:tc>
                <a:extLst>
                  <a:ext uri="{0D108BD9-81ED-4DB2-BD59-A6C34878D82A}">
                    <a16:rowId xmlns:a16="http://schemas.microsoft.com/office/drawing/2014/main" val="1623367778"/>
                  </a:ext>
                </a:extLst>
              </a:tr>
            </a:tbl>
          </a:graphicData>
        </a:graphic>
      </p:graphicFrame>
      <p:sp>
        <p:nvSpPr>
          <p:cNvPr id="76" name="TextBox 75">
            <a:extLst>
              <a:ext uri="{FF2B5EF4-FFF2-40B4-BE49-F238E27FC236}">
                <a16:creationId xmlns:a16="http://schemas.microsoft.com/office/drawing/2014/main" id="{7E025AAC-C8F0-E81D-F5CB-5580DB04D3C8}"/>
              </a:ext>
            </a:extLst>
          </p:cNvPr>
          <p:cNvSpPr txBox="1"/>
          <p:nvPr/>
        </p:nvSpPr>
        <p:spPr>
          <a:xfrm rot="16200000">
            <a:off x="-140501" y="2584395"/>
            <a:ext cx="1608600" cy="461665"/>
          </a:xfrm>
          <a:prstGeom prst="rect">
            <a:avLst/>
          </a:prstGeom>
          <a:noFill/>
        </p:spPr>
        <p:txBody>
          <a:bodyPr wrap="square" rtlCol="0">
            <a:spAutoFit/>
          </a:bodyPr>
          <a:lstStyle/>
          <a:p>
            <a:pPr algn="ctr"/>
            <a:r>
              <a:rPr lang="en-US" sz="1200"/>
              <a:t>Sydney Water</a:t>
            </a:r>
          </a:p>
          <a:p>
            <a:pPr algn="ctr"/>
            <a:r>
              <a:rPr lang="en-US" sz="1200"/>
              <a:t>(Azure Australia-East)</a:t>
            </a:r>
            <a:endParaRPr lang="en-AU" sz="1200"/>
          </a:p>
        </p:txBody>
      </p:sp>
      <p:sp>
        <p:nvSpPr>
          <p:cNvPr id="77" name="TextBox 76">
            <a:extLst>
              <a:ext uri="{FF2B5EF4-FFF2-40B4-BE49-F238E27FC236}">
                <a16:creationId xmlns:a16="http://schemas.microsoft.com/office/drawing/2014/main" id="{1F9940EF-9EC3-1833-2BF7-72579178ACE6}"/>
              </a:ext>
            </a:extLst>
          </p:cNvPr>
          <p:cNvSpPr txBox="1"/>
          <p:nvPr/>
        </p:nvSpPr>
        <p:spPr>
          <a:xfrm rot="16200000">
            <a:off x="51890" y="5630702"/>
            <a:ext cx="1217198" cy="830997"/>
          </a:xfrm>
          <a:prstGeom prst="rect">
            <a:avLst/>
          </a:prstGeom>
          <a:noFill/>
        </p:spPr>
        <p:txBody>
          <a:bodyPr wrap="square" rtlCol="0">
            <a:spAutoFit/>
          </a:bodyPr>
          <a:lstStyle/>
          <a:p>
            <a:pPr algn="ctr"/>
            <a:r>
              <a:rPr lang="en-US" sz="1200"/>
              <a:t>Microsoft Compute</a:t>
            </a:r>
          </a:p>
          <a:p>
            <a:pPr algn="ctr"/>
            <a:r>
              <a:rPr lang="en-US" sz="1200"/>
              <a:t>(Azure Australia-East)</a:t>
            </a:r>
            <a:endParaRPr lang="en-AU" sz="1200"/>
          </a:p>
        </p:txBody>
      </p:sp>
      <p:sp>
        <p:nvSpPr>
          <p:cNvPr id="78" name="TextBox 77">
            <a:extLst>
              <a:ext uri="{FF2B5EF4-FFF2-40B4-BE49-F238E27FC236}">
                <a16:creationId xmlns:a16="http://schemas.microsoft.com/office/drawing/2014/main" id="{E2909219-7354-6656-545A-F098760E5643}"/>
              </a:ext>
            </a:extLst>
          </p:cNvPr>
          <p:cNvSpPr txBox="1"/>
          <p:nvPr/>
        </p:nvSpPr>
        <p:spPr>
          <a:xfrm>
            <a:off x="1137684" y="1421682"/>
            <a:ext cx="691116" cy="646331"/>
          </a:xfrm>
          <a:prstGeom prst="rect">
            <a:avLst/>
          </a:prstGeom>
          <a:solidFill>
            <a:schemeClr val="bg1">
              <a:lumMod val="85000"/>
            </a:schemeClr>
          </a:solidFill>
        </p:spPr>
        <p:txBody>
          <a:bodyPr wrap="square" rtlCol="0">
            <a:spAutoFit/>
          </a:bodyPr>
          <a:lstStyle/>
          <a:p>
            <a:pPr algn="ctr"/>
            <a:r>
              <a:rPr lang="en-US" sz="1200"/>
              <a:t>Ingest Files / Data</a:t>
            </a:r>
            <a:endParaRPr lang="en-AU" sz="1200"/>
          </a:p>
        </p:txBody>
      </p:sp>
      <p:sp>
        <p:nvSpPr>
          <p:cNvPr id="79" name="Flowchart: Magnetic Disk 78">
            <a:extLst>
              <a:ext uri="{FF2B5EF4-FFF2-40B4-BE49-F238E27FC236}">
                <a16:creationId xmlns:a16="http://schemas.microsoft.com/office/drawing/2014/main" id="{450FCA8F-73B2-5329-FA4B-8AD744153746}"/>
              </a:ext>
            </a:extLst>
          </p:cNvPr>
          <p:cNvSpPr/>
          <p:nvPr/>
        </p:nvSpPr>
        <p:spPr>
          <a:xfrm>
            <a:off x="2254465" y="1692258"/>
            <a:ext cx="641206" cy="646330"/>
          </a:xfrm>
          <a:prstGeom prst="flowChartMagneticDisk">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Delta Tables</a:t>
            </a:r>
            <a:endParaRPr lang="en-US" sz="600">
              <a:solidFill>
                <a:schemeClr val="tx1"/>
              </a:solidFill>
            </a:endParaRPr>
          </a:p>
          <a:p>
            <a:pPr algn="ctr"/>
            <a:r>
              <a:rPr lang="en-US" sz="600">
                <a:solidFill>
                  <a:schemeClr val="tx1"/>
                </a:solidFill>
              </a:rPr>
              <a:t>Chunks, features, embeddings</a:t>
            </a:r>
            <a:endParaRPr lang="en-AU" sz="1100">
              <a:solidFill>
                <a:schemeClr val="tx1"/>
              </a:solidFill>
            </a:endParaRPr>
          </a:p>
        </p:txBody>
      </p:sp>
      <p:sp>
        <p:nvSpPr>
          <p:cNvPr id="80" name="Flowchart: Magnetic Disk 79">
            <a:extLst>
              <a:ext uri="{FF2B5EF4-FFF2-40B4-BE49-F238E27FC236}">
                <a16:creationId xmlns:a16="http://schemas.microsoft.com/office/drawing/2014/main" id="{7D9FC5D8-CEDB-84D8-4DE0-C2EB9A68E514}"/>
              </a:ext>
            </a:extLst>
          </p:cNvPr>
          <p:cNvSpPr/>
          <p:nvPr/>
        </p:nvSpPr>
        <p:spPr>
          <a:xfrm>
            <a:off x="3387967" y="1259591"/>
            <a:ext cx="641206" cy="566073"/>
          </a:xfrm>
          <a:prstGeom prst="flowChartMagneticDisk">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Volume</a:t>
            </a:r>
            <a:endParaRPr lang="en-AU" sz="1100">
              <a:solidFill>
                <a:schemeClr val="tx1"/>
              </a:solidFill>
            </a:endParaRPr>
          </a:p>
        </p:txBody>
      </p:sp>
      <p:sp>
        <p:nvSpPr>
          <p:cNvPr id="81" name="Rectangle 80">
            <a:extLst>
              <a:ext uri="{FF2B5EF4-FFF2-40B4-BE49-F238E27FC236}">
                <a16:creationId xmlns:a16="http://schemas.microsoft.com/office/drawing/2014/main" id="{689D158D-BAE7-A9F5-3958-4EDFC5AE9E59}"/>
              </a:ext>
            </a:extLst>
          </p:cNvPr>
          <p:cNvSpPr/>
          <p:nvPr/>
        </p:nvSpPr>
        <p:spPr>
          <a:xfrm>
            <a:off x="6177111" y="5683665"/>
            <a:ext cx="800524" cy="7299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Azure OpenAI o4</a:t>
            </a:r>
          </a:p>
        </p:txBody>
      </p:sp>
      <p:cxnSp>
        <p:nvCxnSpPr>
          <p:cNvPr id="82" name="Connector: Elbow 81">
            <a:extLst>
              <a:ext uri="{FF2B5EF4-FFF2-40B4-BE49-F238E27FC236}">
                <a16:creationId xmlns:a16="http://schemas.microsoft.com/office/drawing/2014/main" id="{3D689903-AD23-AC63-6C5B-378749FE0ECE}"/>
              </a:ext>
            </a:extLst>
          </p:cNvPr>
          <p:cNvCxnSpPr>
            <a:cxnSpLocks/>
            <a:stCxn id="78" idx="3"/>
            <a:endCxn id="80" idx="2"/>
          </p:cNvCxnSpPr>
          <p:nvPr/>
        </p:nvCxnSpPr>
        <p:spPr>
          <a:xfrm flipV="1">
            <a:off x="1828800" y="1542628"/>
            <a:ext cx="1559167" cy="202220"/>
          </a:xfrm>
          <a:prstGeom prst="bentConnector3">
            <a:avLst>
              <a:gd name="adj1" fmla="val 10906"/>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3015E1A2-14BA-F9BF-4937-37231C25D643}"/>
              </a:ext>
            </a:extLst>
          </p:cNvPr>
          <p:cNvCxnSpPr>
            <a:cxnSpLocks/>
            <a:stCxn id="78" idx="3"/>
            <a:endCxn id="79" idx="2"/>
          </p:cNvCxnSpPr>
          <p:nvPr/>
        </p:nvCxnSpPr>
        <p:spPr>
          <a:xfrm>
            <a:off x="1828800" y="1744848"/>
            <a:ext cx="425665" cy="270575"/>
          </a:xfrm>
          <a:prstGeom prst="bentConnector3">
            <a:avLst>
              <a:gd name="adj1" fmla="val 39478"/>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Connector: Elbow 83">
            <a:extLst>
              <a:ext uri="{FF2B5EF4-FFF2-40B4-BE49-F238E27FC236}">
                <a16:creationId xmlns:a16="http://schemas.microsoft.com/office/drawing/2014/main" id="{A98DB585-1CCA-983F-3006-B11949F0CEB5}"/>
              </a:ext>
            </a:extLst>
          </p:cNvPr>
          <p:cNvCxnSpPr>
            <a:cxnSpLocks/>
          </p:cNvCxnSpPr>
          <p:nvPr/>
        </p:nvCxnSpPr>
        <p:spPr>
          <a:xfrm rot="5400000">
            <a:off x="3273584" y="2253956"/>
            <a:ext cx="883743" cy="1"/>
          </a:xfrm>
          <a:prstGeom prst="bent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5" name="Connector: Elbow 84">
            <a:extLst>
              <a:ext uri="{FF2B5EF4-FFF2-40B4-BE49-F238E27FC236}">
                <a16:creationId xmlns:a16="http://schemas.microsoft.com/office/drawing/2014/main" id="{ECA22403-A0C4-19DF-FC71-21CD5A706681}"/>
              </a:ext>
            </a:extLst>
          </p:cNvPr>
          <p:cNvCxnSpPr>
            <a:cxnSpLocks/>
            <a:stCxn id="79" idx="4"/>
            <a:endCxn id="109" idx="1"/>
          </p:cNvCxnSpPr>
          <p:nvPr/>
        </p:nvCxnSpPr>
        <p:spPr>
          <a:xfrm>
            <a:off x="2895671" y="2015423"/>
            <a:ext cx="453924" cy="793391"/>
          </a:xfrm>
          <a:prstGeom prst="bent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7BD26933-3D56-3992-095D-DA7D133EB37B}"/>
              </a:ext>
            </a:extLst>
          </p:cNvPr>
          <p:cNvSpPr txBox="1"/>
          <p:nvPr/>
        </p:nvSpPr>
        <p:spPr>
          <a:xfrm>
            <a:off x="2592179" y="882302"/>
            <a:ext cx="883559" cy="200055"/>
          </a:xfrm>
          <a:prstGeom prst="rect">
            <a:avLst/>
          </a:prstGeom>
          <a:noFill/>
        </p:spPr>
        <p:txBody>
          <a:bodyPr wrap="square" rtlCol="0">
            <a:spAutoFit/>
          </a:bodyPr>
          <a:lstStyle/>
          <a:p>
            <a:r>
              <a:rPr lang="en-US" sz="700"/>
              <a:t>Chunks</a:t>
            </a:r>
            <a:endParaRPr lang="en-AU" sz="700"/>
          </a:p>
        </p:txBody>
      </p:sp>
      <p:sp>
        <p:nvSpPr>
          <p:cNvPr id="87" name="TextBox 86">
            <a:extLst>
              <a:ext uri="{FF2B5EF4-FFF2-40B4-BE49-F238E27FC236}">
                <a16:creationId xmlns:a16="http://schemas.microsoft.com/office/drawing/2014/main" id="{E6DB1327-A71E-29B3-066C-B32D3E0AC310}"/>
              </a:ext>
            </a:extLst>
          </p:cNvPr>
          <p:cNvSpPr txBox="1"/>
          <p:nvPr/>
        </p:nvSpPr>
        <p:spPr>
          <a:xfrm>
            <a:off x="2151713" y="3865985"/>
            <a:ext cx="609622" cy="200055"/>
          </a:xfrm>
          <a:prstGeom prst="rect">
            <a:avLst/>
          </a:prstGeom>
          <a:noFill/>
        </p:spPr>
        <p:txBody>
          <a:bodyPr wrap="square" rtlCol="0">
            <a:spAutoFit/>
          </a:bodyPr>
          <a:lstStyle/>
          <a:p>
            <a:r>
              <a:rPr lang="en-US" sz="700"/>
              <a:t>Sync</a:t>
            </a:r>
            <a:endParaRPr lang="en-AU" sz="700"/>
          </a:p>
        </p:txBody>
      </p:sp>
      <p:sp>
        <p:nvSpPr>
          <p:cNvPr id="88" name="TextBox 87">
            <a:extLst>
              <a:ext uri="{FF2B5EF4-FFF2-40B4-BE49-F238E27FC236}">
                <a16:creationId xmlns:a16="http://schemas.microsoft.com/office/drawing/2014/main" id="{146A97C6-5FC3-CB88-9A63-C26EF01221A2}"/>
              </a:ext>
            </a:extLst>
          </p:cNvPr>
          <p:cNvSpPr txBox="1"/>
          <p:nvPr/>
        </p:nvSpPr>
        <p:spPr>
          <a:xfrm>
            <a:off x="6559786" y="5040245"/>
            <a:ext cx="1022631" cy="200055"/>
          </a:xfrm>
          <a:prstGeom prst="rect">
            <a:avLst/>
          </a:prstGeom>
          <a:noFill/>
        </p:spPr>
        <p:txBody>
          <a:bodyPr wrap="square" rtlCol="0">
            <a:spAutoFit/>
          </a:bodyPr>
          <a:lstStyle/>
          <a:p>
            <a:pPr algn="ctr"/>
            <a:r>
              <a:rPr lang="en-US" sz="700"/>
              <a:t>Response</a:t>
            </a:r>
            <a:endParaRPr lang="en-AU" sz="700"/>
          </a:p>
        </p:txBody>
      </p:sp>
      <p:sp>
        <p:nvSpPr>
          <p:cNvPr id="89" name="TextBox 88">
            <a:extLst>
              <a:ext uri="{FF2B5EF4-FFF2-40B4-BE49-F238E27FC236}">
                <a16:creationId xmlns:a16="http://schemas.microsoft.com/office/drawing/2014/main" id="{2021980C-3522-AD57-9DA3-3AA2B29AF374}"/>
              </a:ext>
            </a:extLst>
          </p:cNvPr>
          <p:cNvSpPr txBox="1"/>
          <p:nvPr/>
        </p:nvSpPr>
        <p:spPr>
          <a:xfrm>
            <a:off x="3659700" y="2076486"/>
            <a:ext cx="473375" cy="200055"/>
          </a:xfrm>
          <a:prstGeom prst="rect">
            <a:avLst/>
          </a:prstGeom>
          <a:noFill/>
        </p:spPr>
        <p:txBody>
          <a:bodyPr wrap="square" rtlCol="0">
            <a:spAutoFit/>
          </a:bodyPr>
          <a:lstStyle/>
          <a:p>
            <a:r>
              <a:rPr lang="en-US" sz="700"/>
              <a:t>Files</a:t>
            </a:r>
            <a:endParaRPr lang="en-AU" sz="700"/>
          </a:p>
        </p:txBody>
      </p:sp>
      <p:pic>
        <p:nvPicPr>
          <p:cNvPr id="90" name="Graphic 89" descr="User with solid fill">
            <a:extLst>
              <a:ext uri="{FF2B5EF4-FFF2-40B4-BE49-F238E27FC236}">
                <a16:creationId xmlns:a16="http://schemas.microsoft.com/office/drawing/2014/main" id="{3BAB0CED-A8ED-C29E-5B2E-AEDCB2FC69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43220" y="279924"/>
            <a:ext cx="638441" cy="638441"/>
          </a:xfrm>
          <a:prstGeom prst="rect">
            <a:avLst/>
          </a:prstGeom>
        </p:spPr>
      </p:pic>
      <p:sp>
        <p:nvSpPr>
          <p:cNvPr id="91" name="TextBox 90">
            <a:extLst>
              <a:ext uri="{FF2B5EF4-FFF2-40B4-BE49-F238E27FC236}">
                <a16:creationId xmlns:a16="http://schemas.microsoft.com/office/drawing/2014/main" id="{ECD234E2-AE9F-791E-924B-C7740B5BCE6B}"/>
              </a:ext>
            </a:extLst>
          </p:cNvPr>
          <p:cNvSpPr txBox="1"/>
          <p:nvPr/>
        </p:nvSpPr>
        <p:spPr>
          <a:xfrm>
            <a:off x="7743044" y="414696"/>
            <a:ext cx="883559" cy="230832"/>
          </a:xfrm>
          <a:prstGeom prst="rect">
            <a:avLst/>
          </a:prstGeom>
          <a:noFill/>
        </p:spPr>
        <p:txBody>
          <a:bodyPr wrap="square" rtlCol="0">
            <a:spAutoFit/>
          </a:bodyPr>
          <a:lstStyle/>
          <a:p>
            <a:r>
              <a:rPr lang="en-US" sz="900" b="1"/>
              <a:t>Agent User</a:t>
            </a:r>
            <a:endParaRPr lang="en-AU" sz="900" b="1"/>
          </a:p>
        </p:txBody>
      </p:sp>
      <p:cxnSp>
        <p:nvCxnSpPr>
          <p:cNvPr id="92" name="Straight Arrow Connector 91">
            <a:extLst>
              <a:ext uri="{FF2B5EF4-FFF2-40B4-BE49-F238E27FC236}">
                <a16:creationId xmlns:a16="http://schemas.microsoft.com/office/drawing/2014/main" id="{F93C2C75-2BD9-1154-F03E-1EEC6BB9B21E}"/>
              </a:ext>
            </a:extLst>
          </p:cNvPr>
          <p:cNvCxnSpPr>
            <a:cxnSpLocks/>
          </p:cNvCxnSpPr>
          <p:nvPr/>
        </p:nvCxnSpPr>
        <p:spPr>
          <a:xfrm>
            <a:off x="7389638" y="865200"/>
            <a:ext cx="0" cy="231870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C8AE816-76BC-BE73-EEEC-EEA79482A457}"/>
              </a:ext>
            </a:extLst>
          </p:cNvPr>
          <p:cNvCxnSpPr>
            <a:cxnSpLocks/>
          </p:cNvCxnSpPr>
          <p:nvPr/>
        </p:nvCxnSpPr>
        <p:spPr>
          <a:xfrm flipV="1">
            <a:off x="7606439" y="831288"/>
            <a:ext cx="0" cy="231870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2F5A6478-8B85-6775-E4B0-0EF7696E4910}"/>
              </a:ext>
            </a:extLst>
          </p:cNvPr>
          <p:cNvSpPr txBox="1"/>
          <p:nvPr/>
        </p:nvSpPr>
        <p:spPr>
          <a:xfrm>
            <a:off x="6916266" y="1412771"/>
            <a:ext cx="550822" cy="200055"/>
          </a:xfrm>
          <a:prstGeom prst="rect">
            <a:avLst/>
          </a:prstGeom>
          <a:noFill/>
        </p:spPr>
        <p:txBody>
          <a:bodyPr wrap="square" rtlCol="0">
            <a:spAutoFit/>
          </a:bodyPr>
          <a:lstStyle/>
          <a:p>
            <a:pPr algn="ctr"/>
            <a:r>
              <a:rPr lang="en-US" sz="700"/>
              <a:t>Query</a:t>
            </a:r>
            <a:endParaRPr lang="en-AU" sz="700"/>
          </a:p>
        </p:txBody>
      </p:sp>
      <p:sp>
        <p:nvSpPr>
          <p:cNvPr id="95" name="TextBox 94">
            <a:extLst>
              <a:ext uri="{FF2B5EF4-FFF2-40B4-BE49-F238E27FC236}">
                <a16:creationId xmlns:a16="http://schemas.microsoft.com/office/drawing/2014/main" id="{79509EAF-4DFD-E00A-D88E-81B803F5E1E2}"/>
              </a:ext>
            </a:extLst>
          </p:cNvPr>
          <p:cNvSpPr txBox="1"/>
          <p:nvPr/>
        </p:nvSpPr>
        <p:spPr>
          <a:xfrm>
            <a:off x="7546385" y="1410219"/>
            <a:ext cx="638439" cy="200055"/>
          </a:xfrm>
          <a:prstGeom prst="rect">
            <a:avLst/>
          </a:prstGeom>
          <a:noFill/>
        </p:spPr>
        <p:txBody>
          <a:bodyPr wrap="square" rtlCol="0">
            <a:spAutoFit/>
          </a:bodyPr>
          <a:lstStyle/>
          <a:p>
            <a:pPr algn="ctr"/>
            <a:r>
              <a:rPr lang="en-US" sz="700"/>
              <a:t>Response</a:t>
            </a:r>
            <a:endParaRPr lang="en-AU" sz="700"/>
          </a:p>
        </p:txBody>
      </p:sp>
      <p:sp>
        <p:nvSpPr>
          <p:cNvPr id="96" name="TextBox 95">
            <a:extLst>
              <a:ext uri="{FF2B5EF4-FFF2-40B4-BE49-F238E27FC236}">
                <a16:creationId xmlns:a16="http://schemas.microsoft.com/office/drawing/2014/main" id="{86DA1444-A7F7-60EC-44AE-B002290EC7D4}"/>
              </a:ext>
            </a:extLst>
          </p:cNvPr>
          <p:cNvSpPr txBox="1"/>
          <p:nvPr/>
        </p:nvSpPr>
        <p:spPr>
          <a:xfrm>
            <a:off x="3638418" y="6019381"/>
            <a:ext cx="1357038" cy="323165"/>
          </a:xfrm>
          <a:prstGeom prst="rect">
            <a:avLst/>
          </a:prstGeom>
          <a:noFill/>
        </p:spPr>
        <p:txBody>
          <a:bodyPr wrap="square" rtlCol="0">
            <a:spAutoFit/>
          </a:bodyPr>
          <a:lstStyle/>
          <a:p>
            <a:pPr algn="ctr"/>
            <a:r>
              <a:rPr lang="en-US" sz="750">
                <a:solidFill>
                  <a:srgbClr val="0070C0"/>
                </a:solidFill>
              </a:rPr>
              <a:t>Models Deployed in SW Tenancy</a:t>
            </a:r>
            <a:endParaRPr lang="en-AU" sz="750">
              <a:solidFill>
                <a:srgbClr val="0070C0"/>
              </a:solidFill>
            </a:endParaRPr>
          </a:p>
        </p:txBody>
      </p:sp>
      <p:sp>
        <p:nvSpPr>
          <p:cNvPr id="97" name="TextBox 96">
            <a:extLst>
              <a:ext uri="{FF2B5EF4-FFF2-40B4-BE49-F238E27FC236}">
                <a16:creationId xmlns:a16="http://schemas.microsoft.com/office/drawing/2014/main" id="{38FD64F9-E34C-770C-E61F-45C8779CDA27}"/>
              </a:ext>
            </a:extLst>
          </p:cNvPr>
          <p:cNvSpPr txBox="1"/>
          <p:nvPr/>
        </p:nvSpPr>
        <p:spPr>
          <a:xfrm>
            <a:off x="1083951" y="822963"/>
            <a:ext cx="1211519" cy="461665"/>
          </a:xfrm>
          <a:prstGeom prst="rect">
            <a:avLst/>
          </a:prstGeom>
          <a:solidFill>
            <a:srgbClr val="5B9BD5"/>
          </a:solidFill>
        </p:spPr>
        <p:txBody>
          <a:bodyPr wrap="square" rtlCol="0">
            <a:spAutoFit/>
          </a:bodyPr>
          <a:lstStyle/>
          <a:p>
            <a:pPr algn="ctr"/>
            <a:r>
              <a:rPr lang="en-US" sz="1200">
                <a:solidFill>
                  <a:schemeClr val="bg1"/>
                </a:solidFill>
              </a:rPr>
              <a:t>Data Mgmt. &amp;  Ingestion</a:t>
            </a:r>
            <a:endParaRPr lang="en-AU" sz="1200">
              <a:solidFill>
                <a:schemeClr val="bg1"/>
              </a:solidFill>
            </a:endParaRPr>
          </a:p>
        </p:txBody>
      </p:sp>
      <p:sp>
        <p:nvSpPr>
          <p:cNvPr id="98" name="TextBox 97">
            <a:extLst>
              <a:ext uri="{FF2B5EF4-FFF2-40B4-BE49-F238E27FC236}">
                <a16:creationId xmlns:a16="http://schemas.microsoft.com/office/drawing/2014/main" id="{499CD3E1-46C8-DC82-3CEE-52C72906621E}"/>
              </a:ext>
            </a:extLst>
          </p:cNvPr>
          <p:cNvSpPr txBox="1"/>
          <p:nvPr/>
        </p:nvSpPr>
        <p:spPr>
          <a:xfrm>
            <a:off x="1098578" y="2453243"/>
            <a:ext cx="1196893" cy="646331"/>
          </a:xfrm>
          <a:prstGeom prst="rect">
            <a:avLst/>
          </a:prstGeom>
          <a:solidFill>
            <a:srgbClr val="5B9BD5"/>
          </a:solidFill>
        </p:spPr>
        <p:txBody>
          <a:bodyPr wrap="square" rtlCol="0">
            <a:spAutoFit/>
          </a:bodyPr>
          <a:lstStyle/>
          <a:p>
            <a:pPr algn="ctr"/>
            <a:r>
              <a:rPr lang="en-US" sz="1200">
                <a:solidFill>
                  <a:schemeClr val="bg1"/>
                </a:solidFill>
              </a:rPr>
              <a:t>Content&amp; Prompt Engineering</a:t>
            </a:r>
            <a:endParaRPr lang="en-AU" sz="1200">
              <a:solidFill>
                <a:schemeClr val="bg1"/>
              </a:solidFill>
            </a:endParaRPr>
          </a:p>
        </p:txBody>
      </p:sp>
      <p:cxnSp>
        <p:nvCxnSpPr>
          <p:cNvPr id="99" name="Straight Connector 98">
            <a:extLst>
              <a:ext uri="{FF2B5EF4-FFF2-40B4-BE49-F238E27FC236}">
                <a16:creationId xmlns:a16="http://schemas.microsoft.com/office/drawing/2014/main" id="{FBA0A53C-0D98-E38F-C437-09CF7B1E6BE6}"/>
              </a:ext>
            </a:extLst>
          </p:cNvPr>
          <p:cNvCxnSpPr/>
          <p:nvPr/>
        </p:nvCxnSpPr>
        <p:spPr>
          <a:xfrm>
            <a:off x="1073178" y="2414788"/>
            <a:ext cx="1079322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0" name="Rectangle 99">
            <a:extLst>
              <a:ext uri="{FF2B5EF4-FFF2-40B4-BE49-F238E27FC236}">
                <a16:creationId xmlns:a16="http://schemas.microsoft.com/office/drawing/2014/main" id="{71069AB8-0C66-0749-6A95-BD2DCDD92DC1}"/>
              </a:ext>
            </a:extLst>
          </p:cNvPr>
          <p:cNvSpPr/>
          <p:nvPr/>
        </p:nvSpPr>
        <p:spPr>
          <a:xfrm>
            <a:off x="3513895" y="3183903"/>
            <a:ext cx="908493" cy="169524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50"/>
          </a:p>
        </p:txBody>
      </p:sp>
      <p:pic>
        <p:nvPicPr>
          <p:cNvPr id="101" name="Picture 100">
            <a:extLst>
              <a:ext uri="{FF2B5EF4-FFF2-40B4-BE49-F238E27FC236}">
                <a16:creationId xmlns:a16="http://schemas.microsoft.com/office/drawing/2014/main" id="{02909867-8AF3-45AC-F7CC-C9BE00127441}"/>
              </a:ext>
            </a:extLst>
          </p:cNvPr>
          <p:cNvPicPr>
            <a:picLocks noChangeAspect="1"/>
          </p:cNvPicPr>
          <p:nvPr/>
        </p:nvPicPr>
        <p:blipFill>
          <a:blip r:embed="rId4"/>
          <a:stretch>
            <a:fillRect/>
          </a:stretch>
        </p:blipFill>
        <p:spPr>
          <a:xfrm>
            <a:off x="3810159" y="3430823"/>
            <a:ext cx="333845" cy="367230"/>
          </a:xfrm>
          <a:prstGeom prst="rect">
            <a:avLst/>
          </a:prstGeom>
        </p:spPr>
      </p:pic>
      <p:pic>
        <p:nvPicPr>
          <p:cNvPr id="102" name="Picture 101">
            <a:extLst>
              <a:ext uri="{FF2B5EF4-FFF2-40B4-BE49-F238E27FC236}">
                <a16:creationId xmlns:a16="http://schemas.microsoft.com/office/drawing/2014/main" id="{1BE00E40-144A-FC28-75E4-446E2F36DB58}"/>
              </a:ext>
            </a:extLst>
          </p:cNvPr>
          <p:cNvPicPr>
            <a:picLocks noChangeAspect="1"/>
          </p:cNvPicPr>
          <p:nvPr/>
        </p:nvPicPr>
        <p:blipFill>
          <a:blip r:embed="rId5"/>
          <a:stretch>
            <a:fillRect/>
          </a:stretch>
        </p:blipFill>
        <p:spPr>
          <a:xfrm>
            <a:off x="3810162" y="4187580"/>
            <a:ext cx="341672" cy="202429"/>
          </a:xfrm>
          <a:prstGeom prst="rect">
            <a:avLst/>
          </a:prstGeom>
        </p:spPr>
      </p:pic>
      <p:sp>
        <p:nvSpPr>
          <p:cNvPr id="103" name="TextBox 102">
            <a:extLst>
              <a:ext uri="{FF2B5EF4-FFF2-40B4-BE49-F238E27FC236}">
                <a16:creationId xmlns:a16="http://schemas.microsoft.com/office/drawing/2014/main" id="{65150F06-3C0F-C644-B7E1-27274BA96880}"/>
              </a:ext>
            </a:extLst>
          </p:cNvPr>
          <p:cNvSpPr txBox="1"/>
          <p:nvPr/>
        </p:nvSpPr>
        <p:spPr>
          <a:xfrm>
            <a:off x="3538568" y="4415800"/>
            <a:ext cx="829644" cy="331806"/>
          </a:xfrm>
          <a:prstGeom prst="rect">
            <a:avLst/>
          </a:prstGeom>
          <a:noFill/>
        </p:spPr>
        <p:txBody>
          <a:bodyPr wrap="square" rtlCol="0" anchor="ctr">
            <a:spAutoFit/>
          </a:bodyPr>
          <a:lstStyle/>
          <a:p>
            <a:pPr algn="ctr"/>
            <a:r>
              <a:rPr lang="en-US" sz="750"/>
              <a:t>Azure Form Recognizer</a:t>
            </a:r>
          </a:p>
        </p:txBody>
      </p:sp>
      <p:sp>
        <p:nvSpPr>
          <p:cNvPr id="104" name="TextBox 103">
            <a:extLst>
              <a:ext uri="{FF2B5EF4-FFF2-40B4-BE49-F238E27FC236}">
                <a16:creationId xmlns:a16="http://schemas.microsoft.com/office/drawing/2014/main" id="{B934BD53-168F-953B-845E-AF958CC6E399}"/>
              </a:ext>
            </a:extLst>
          </p:cNvPr>
          <p:cNvSpPr txBox="1"/>
          <p:nvPr/>
        </p:nvSpPr>
        <p:spPr>
          <a:xfrm>
            <a:off x="3562253" y="3771082"/>
            <a:ext cx="811733" cy="207749"/>
          </a:xfrm>
          <a:prstGeom prst="rect">
            <a:avLst/>
          </a:prstGeom>
          <a:noFill/>
        </p:spPr>
        <p:txBody>
          <a:bodyPr wrap="square" rtlCol="0" anchor="ctr">
            <a:spAutoFit/>
          </a:bodyPr>
          <a:lstStyle/>
          <a:p>
            <a:pPr algn="ctr"/>
            <a:r>
              <a:rPr lang="en-US" sz="750"/>
              <a:t>Python Libs</a:t>
            </a:r>
          </a:p>
        </p:txBody>
      </p:sp>
      <p:sp>
        <p:nvSpPr>
          <p:cNvPr id="105" name="Rectangle 104">
            <a:extLst>
              <a:ext uri="{FF2B5EF4-FFF2-40B4-BE49-F238E27FC236}">
                <a16:creationId xmlns:a16="http://schemas.microsoft.com/office/drawing/2014/main" id="{EE7AAAB8-D845-1AC0-DB48-03D0CD05FFE3}"/>
              </a:ext>
            </a:extLst>
          </p:cNvPr>
          <p:cNvSpPr/>
          <p:nvPr/>
        </p:nvSpPr>
        <p:spPr>
          <a:xfrm>
            <a:off x="5294629" y="3183904"/>
            <a:ext cx="908493" cy="169524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50"/>
          </a:p>
        </p:txBody>
      </p:sp>
      <p:pic>
        <p:nvPicPr>
          <p:cNvPr id="106" name="Picture 105">
            <a:extLst>
              <a:ext uri="{FF2B5EF4-FFF2-40B4-BE49-F238E27FC236}">
                <a16:creationId xmlns:a16="http://schemas.microsoft.com/office/drawing/2014/main" id="{6D378F2A-8FD2-0542-91BD-2B9FD03E8CE6}"/>
              </a:ext>
            </a:extLst>
          </p:cNvPr>
          <p:cNvPicPr>
            <a:picLocks noChangeAspect="1"/>
          </p:cNvPicPr>
          <p:nvPr/>
        </p:nvPicPr>
        <p:blipFill>
          <a:blip r:embed="rId6"/>
          <a:stretch>
            <a:fillRect/>
          </a:stretch>
        </p:blipFill>
        <p:spPr>
          <a:xfrm>
            <a:off x="5594393" y="3431963"/>
            <a:ext cx="212747" cy="212747"/>
          </a:xfrm>
          <a:prstGeom prst="rect">
            <a:avLst/>
          </a:prstGeom>
          <a:ln>
            <a:solidFill>
              <a:srgbClr val="1E2323"/>
            </a:solidFill>
            <a:prstDash val="lgDash"/>
          </a:ln>
        </p:spPr>
      </p:pic>
      <p:sp>
        <p:nvSpPr>
          <p:cNvPr id="107" name="TextBox 106">
            <a:extLst>
              <a:ext uri="{FF2B5EF4-FFF2-40B4-BE49-F238E27FC236}">
                <a16:creationId xmlns:a16="http://schemas.microsoft.com/office/drawing/2014/main" id="{EF1835F8-BFAF-9E4C-6E5B-501C9C697A80}"/>
              </a:ext>
            </a:extLst>
          </p:cNvPr>
          <p:cNvSpPr txBox="1"/>
          <p:nvPr/>
        </p:nvSpPr>
        <p:spPr>
          <a:xfrm>
            <a:off x="5327268" y="3665058"/>
            <a:ext cx="737941" cy="207749"/>
          </a:xfrm>
          <a:prstGeom prst="rect">
            <a:avLst/>
          </a:prstGeom>
          <a:noFill/>
        </p:spPr>
        <p:txBody>
          <a:bodyPr wrap="square" rtlCol="0" anchor="ctr">
            <a:spAutoFit/>
          </a:bodyPr>
          <a:lstStyle/>
          <a:p>
            <a:pPr algn="ctr"/>
            <a:r>
              <a:rPr lang="en-US" sz="750"/>
              <a:t>Vector</a:t>
            </a:r>
          </a:p>
        </p:txBody>
      </p:sp>
      <p:pic>
        <p:nvPicPr>
          <p:cNvPr id="108" name="Picture 107">
            <a:extLst>
              <a:ext uri="{FF2B5EF4-FFF2-40B4-BE49-F238E27FC236}">
                <a16:creationId xmlns:a16="http://schemas.microsoft.com/office/drawing/2014/main" id="{17F19A26-4A12-FF70-1D08-38A695EF4347}"/>
              </a:ext>
            </a:extLst>
          </p:cNvPr>
          <p:cNvPicPr>
            <a:picLocks noChangeAspect="1"/>
          </p:cNvPicPr>
          <p:nvPr/>
        </p:nvPicPr>
        <p:blipFill rotWithShape="1">
          <a:blip r:embed="rId7"/>
          <a:srcRect l="15665" r="10402" b="423"/>
          <a:stretch/>
        </p:blipFill>
        <p:spPr>
          <a:xfrm>
            <a:off x="5431054" y="3885094"/>
            <a:ext cx="592725" cy="597964"/>
          </a:xfrm>
          <a:prstGeom prst="rect">
            <a:avLst/>
          </a:prstGeom>
          <a:ln>
            <a:noFill/>
          </a:ln>
        </p:spPr>
      </p:pic>
      <p:sp>
        <p:nvSpPr>
          <p:cNvPr id="109" name="TextBox 108">
            <a:extLst>
              <a:ext uri="{FF2B5EF4-FFF2-40B4-BE49-F238E27FC236}">
                <a16:creationId xmlns:a16="http://schemas.microsoft.com/office/drawing/2014/main" id="{921CE6F9-92F0-7D67-C160-D380565D3348}"/>
              </a:ext>
            </a:extLst>
          </p:cNvPr>
          <p:cNvSpPr txBox="1"/>
          <p:nvPr/>
        </p:nvSpPr>
        <p:spPr>
          <a:xfrm>
            <a:off x="3349595" y="2704939"/>
            <a:ext cx="2853103" cy="207749"/>
          </a:xfrm>
          <a:prstGeom prst="rect">
            <a:avLst/>
          </a:prstGeom>
          <a:noFill/>
          <a:ln w="3175">
            <a:solidFill>
              <a:srgbClr val="F03782"/>
            </a:solidFill>
          </a:ln>
        </p:spPr>
        <p:txBody>
          <a:bodyPr wrap="square" rtlCol="0" anchor="ctr">
            <a:spAutoFit/>
          </a:bodyPr>
          <a:lstStyle/>
          <a:p>
            <a:pPr marL="0" marR="0" lvl="0" indent="0" algn="ctr" defTabSz="415556" rtl="0" eaLnBrk="1" fontAlgn="auto" latinLnBrk="0" hangingPunct="1">
              <a:lnSpc>
                <a:spcPct val="100000"/>
              </a:lnSpc>
              <a:spcBef>
                <a:spcPts val="0"/>
              </a:spcBef>
              <a:spcAft>
                <a:spcPts val="0"/>
              </a:spcAft>
              <a:buClrTx/>
              <a:buSzTx/>
              <a:buFontTx/>
              <a:buNone/>
              <a:tabLst/>
              <a:defRPr/>
            </a:pPr>
            <a:r>
              <a:rPr lang="en-US" sz="750">
                <a:solidFill>
                  <a:prstClr val="black"/>
                </a:solidFill>
                <a:latin typeface="Calibri" panose="020F0502020204030204"/>
              </a:rPr>
              <a:t>Import Doc, Chunk Doc, Extract Text, Tables, Create Embeddings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Rectangle 109">
            <a:extLst>
              <a:ext uri="{FF2B5EF4-FFF2-40B4-BE49-F238E27FC236}">
                <a16:creationId xmlns:a16="http://schemas.microsoft.com/office/drawing/2014/main" id="{A2366D0F-EE29-5CD6-DAB6-C388CF4B036E}"/>
              </a:ext>
            </a:extLst>
          </p:cNvPr>
          <p:cNvSpPr/>
          <p:nvPr/>
        </p:nvSpPr>
        <p:spPr>
          <a:xfrm>
            <a:off x="7017193" y="3183902"/>
            <a:ext cx="908493" cy="1695247"/>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50"/>
          </a:p>
        </p:txBody>
      </p:sp>
      <p:pic>
        <p:nvPicPr>
          <p:cNvPr id="111" name="Picture 110">
            <a:extLst>
              <a:ext uri="{FF2B5EF4-FFF2-40B4-BE49-F238E27FC236}">
                <a16:creationId xmlns:a16="http://schemas.microsoft.com/office/drawing/2014/main" id="{41237B53-973B-C672-2FD6-47438939B215}"/>
              </a:ext>
            </a:extLst>
          </p:cNvPr>
          <p:cNvPicPr>
            <a:picLocks noChangeAspect="1"/>
          </p:cNvPicPr>
          <p:nvPr/>
        </p:nvPicPr>
        <p:blipFill>
          <a:blip r:embed="rId8"/>
          <a:stretch>
            <a:fillRect/>
          </a:stretch>
        </p:blipFill>
        <p:spPr>
          <a:xfrm>
            <a:off x="7327271" y="4160542"/>
            <a:ext cx="339206" cy="339206"/>
          </a:xfrm>
          <a:prstGeom prst="rect">
            <a:avLst/>
          </a:prstGeom>
        </p:spPr>
      </p:pic>
      <p:pic>
        <p:nvPicPr>
          <p:cNvPr id="112" name="Picture 111">
            <a:extLst>
              <a:ext uri="{FF2B5EF4-FFF2-40B4-BE49-F238E27FC236}">
                <a16:creationId xmlns:a16="http://schemas.microsoft.com/office/drawing/2014/main" id="{F0B2B3D1-B2AD-6FA9-F076-BC7D09107217}"/>
              </a:ext>
            </a:extLst>
          </p:cNvPr>
          <p:cNvPicPr>
            <a:picLocks noChangeAspect="1"/>
          </p:cNvPicPr>
          <p:nvPr/>
        </p:nvPicPr>
        <p:blipFill>
          <a:blip r:embed="rId9"/>
          <a:stretch>
            <a:fillRect/>
          </a:stretch>
        </p:blipFill>
        <p:spPr>
          <a:xfrm>
            <a:off x="7313605" y="3266160"/>
            <a:ext cx="347641" cy="347641"/>
          </a:xfrm>
          <a:prstGeom prst="rect">
            <a:avLst/>
          </a:prstGeom>
        </p:spPr>
      </p:pic>
      <p:sp>
        <p:nvSpPr>
          <p:cNvPr id="113" name="TextBox 112">
            <a:extLst>
              <a:ext uri="{FF2B5EF4-FFF2-40B4-BE49-F238E27FC236}">
                <a16:creationId xmlns:a16="http://schemas.microsoft.com/office/drawing/2014/main" id="{A5A11F47-16D4-E888-97C8-0C065123E181}"/>
              </a:ext>
            </a:extLst>
          </p:cNvPr>
          <p:cNvSpPr txBox="1"/>
          <p:nvPr/>
        </p:nvSpPr>
        <p:spPr>
          <a:xfrm>
            <a:off x="7099749" y="3540869"/>
            <a:ext cx="811733" cy="323165"/>
          </a:xfrm>
          <a:prstGeom prst="rect">
            <a:avLst/>
          </a:prstGeom>
          <a:noFill/>
        </p:spPr>
        <p:txBody>
          <a:bodyPr wrap="square" rtlCol="0" anchor="ctr">
            <a:spAutoFit/>
          </a:bodyPr>
          <a:lstStyle/>
          <a:p>
            <a:pPr algn="ctr"/>
            <a:r>
              <a:rPr lang="en-US" sz="750"/>
              <a:t>Azure App Service</a:t>
            </a:r>
          </a:p>
        </p:txBody>
      </p:sp>
      <p:pic>
        <p:nvPicPr>
          <p:cNvPr id="114" name="Picture 113">
            <a:extLst>
              <a:ext uri="{FF2B5EF4-FFF2-40B4-BE49-F238E27FC236}">
                <a16:creationId xmlns:a16="http://schemas.microsoft.com/office/drawing/2014/main" id="{6B2A65D8-5168-D206-6A93-BE7C497C7B34}"/>
              </a:ext>
            </a:extLst>
          </p:cNvPr>
          <p:cNvPicPr>
            <a:picLocks noChangeAspect="1"/>
          </p:cNvPicPr>
          <p:nvPr/>
        </p:nvPicPr>
        <p:blipFill>
          <a:blip r:embed="rId6"/>
          <a:stretch>
            <a:fillRect/>
          </a:stretch>
        </p:blipFill>
        <p:spPr>
          <a:xfrm>
            <a:off x="6963699" y="3459306"/>
            <a:ext cx="145309" cy="145309"/>
          </a:xfrm>
          <a:prstGeom prst="rect">
            <a:avLst/>
          </a:prstGeom>
          <a:ln>
            <a:solidFill>
              <a:srgbClr val="1E2323"/>
            </a:solidFill>
          </a:ln>
        </p:spPr>
      </p:pic>
      <p:sp>
        <p:nvSpPr>
          <p:cNvPr id="115" name="TextBox 114">
            <a:extLst>
              <a:ext uri="{FF2B5EF4-FFF2-40B4-BE49-F238E27FC236}">
                <a16:creationId xmlns:a16="http://schemas.microsoft.com/office/drawing/2014/main" id="{AE0BE5DE-8469-2FBC-8044-2D22B8EEF1B3}"/>
              </a:ext>
            </a:extLst>
          </p:cNvPr>
          <p:cNvSpPr txBox="1"/>
          <p:nvPr/>
        </p:nvSpPr>
        <p:spPr>
          <a:xfrm>
            <a:off x="5404497" y="4410996"/>
            <a:ext cx="633761" cy="428072"/>
          </a:xfrm>
          <a:prstGeom prst="rect">
            <a:avLst/>
          </a:prstGeom>
          <a:noFill/>
          <a:ln>
            <a:noFill/>
          </a:ln>
        </p:spPr>
        <p:txBody>
          <a:bodyPr wrap="square" lIns="0" tIns="0" rIns="0" bIns="0" rtlCol="0" anchor="ctr">
            <a:noAutofit/>
          </a:bodyPr>
          <a:lstStyle>
            <a:defPPr>
              <a:defRPr lang="en-US"/>
            </a:defPPr>
            <a:lvl1pPr algn="ctr" defTabSz="554061">
              <a:defRPr sz="1000" b="1">
                <a:solidFill>
                  <a:prstClr val="black"/>
                </a:solidFill>
                <a:latin typeface="Calibri" panose="020F0502020204030204"/>
              </a:defRPr>
            </a:lvl1pPr>
          </a:lstStyle>
          <a:p>
            <a:pPr defTabSz="415546"/>
            <a:r>
              <a:rPr lang="en-US" sz="750" b="0"/>
              <a:t>Cosmos DB for Mongo DB</a:t>
            </a:r>
          </a:p>
        </p:txBody>
      </p:sp>
      <p:cxnSp>
        <p:nvCxnSpPr>
          <p:cNvPr id="116" name="Straight Arrow Connector 115">
            <a:extLst>
              <a:ext uri="{FF2B5EF4-FFF2-40B4-BE49-F238E27FC236}">
                <a16:creationId xmlns:a16="http://schemas.microsoft.com/office/drawing/2014/main" id="{928EEE42-42C0-C789-CAAF-0468D5673BAE}"/>
              </a:ext>
            </a:extLst>
          </p:cNvPr>
          <p:cNvCxnSpPr>
            <a:cxnSpLocks/>
          </p:cNvCxnSpPr>
          <p:nvPr/>
        </p:nvCxnSpPr>
        <p:spPr>
          <a:xfrm flipH="1" flipV="1">
            <a:off x="3968119" y="2912688"/>
            <a:ext cx="1529" cy="279219"/>
          </a:xfrm>
          <a:prstGeom prst="straightConnector1">
            <a:avLst/>
          </a:prstGeom>
          <a:ln w="127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7" name="Straight Arrow Connector 116">
            <a:extLst>
              <a:ext uri="{FF2B5EF4-FFF2-40B4-BE49-F238E27FC236}">
                <a16:creationId xmlns:a16="http://schemas.microsoft.com/office/drawing/2014/main" id="{986192D6-81FC-5958-9DCA-2EA1CA11D9E8}"/>
              </a:ext>
            </a:extLst>
          </p:cNvPr>
          <p:cNvCxnSpPr>
            <a:cxnSpLocks/>
          </p:cNvCxnSpPr>
          <p:nvPr/>
        </p:nvCxnSpPr>
        <p:spPr>
          <a:xfrm>
            <a:off x="5730954" y="2912688"/>
            <a:ext cx="0" cy="26920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18" name="Picture 117">
            <a:extLst>
              <a:ext uri="{FF2B5EF4-FFF2-40B4-BE49-F238E27FC236}">
                <a16:creationId xmlns:a16="http://schemas.microsoft.com/office/drawing/2014/main" id="{F9989CDA-E275-5A7B-DFD1-DF86684C81A7}"/>
              </a:ext>
            </a:extLst>
          </p:cNvPr>
          <p:cNvPicPr>
            <a:picLocks noChangeAspect="1"/>
          </p:cNvPicPr>
          <p:nvPr/>
        </p:nvPicPr>
        <p:blipFill>
          <a:blip r:embed="rId6"/>
          <a:stretch>
            <a:fillRect/>
          </a:stretch>
        </p:blipFill>
        <p:spPr>
          <a:xfrm>
            <a:off x="4383517" y="3420317"/>
            <a:ext cx="145309" cy="145309"/>
          </a:xfrm>
          <a:prstGeom prst="rect">
            <a:avLst/>
          </a:prstGeom>
          <a:ln>
            <a:solidFill>
              <a:srgbClr val="1E2323"/>
            </a:solidFill>
          </a:ln>
        </p:spPr>
      </p:pic>
      <p:cxnSp>
        <p:nvCxnSpPr>
          <p:cNvPr id="119" name="Straight Connector 118">
            <a:extLst>
              <a:ext uri="{FF2B5EF4-FFF2-40B4-BE49-F238E27FC236}">
                <a16:creationId xmlns:a16="http://schemas.microsoft.com/office/drawing/2014/main" id="{E0B2EF79-AA1A-FE45-E7A7-479686A2188A}"/>
              </a:ext>
            </a:extLst>
          </p:cNvPr>
          <p:cNvCxnSpPr>
            <a:cxnSpLocks/>
          </p:cNvCxnSpPr>
          <p:nvPr/>
        </p:nvCxnSpPr>
        <p:spPr>
          <a:xfrm flipH="1">
            <a:off x="6203122" y="3429000"/>
            <a:ext cx="814071" cy="1258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54D4889E-64E3-B446-33C1-4626BDF239B8}"/>
              </a:ext>
            </a:extLst>
          </p:cNvPr>
          <p:cNvCxnSpPr>
            <a:cxnSpLocks/>
            <a:endCxn id="118" idx="0"/>
          </p:cNvCxnSpPr>
          <p:nvPr/>
        </p:nvCxnSpPr>
        <p:spPr>
          <a:xfrm flipH="1">
            <a:off x="4456172" y="3413225"/>
            <a:ext cx="856569" cy="7092"/>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21" name="Straight Arrow Connector 120">
            <a:extLst>
              <a:ext uri="{FF2B5EF4-FFF2-40B4-BE49-F238E27FC236}">
                <a16:creationId xmlns:a16="http://schemas.microsoft.com/office/drawing/2014/main" id="{6450C8E4-E5A5-36A8-603E-0D418A75CD21}"/>
              </a:ext>
            </a:extLst>
          </p:cNvPr>
          <p:cNvCxnSpPr>
            <a:cxnSpLocks/>
            <a:stCxn id="110" idx="1"/>
            <a:endCxn id="105" idx="3"/>
          </p:cNvCxnSpPr>
          <p:nvPr/>
        </p:nvCxnSpPr>
        <p:spPr>
          <a:xfrm flipH="1">
            <a:off x="6203122" y="4031526"/>
            <a:ext cx="814071" cy="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B1096FFB-A5E6-4B07-B4E8-E4B2363A7C69}"/>
              </a:ext>
            </a:extLst>
          </p:cNvPr>
          <p:cNvCxnSpPr>
            <a:cxnSpLocks/>
          </p:cNvCxnSpPr>
          <p:nvPr/>
        </p:nvCxnSpPr>
        <p:spPr>
          <a:xfrm>
            <a:off x="6202698" y="4546628"/>
            <a:ext cx="814495"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3" name="TextBox 122">
            <a:extLst>
              <a:ext uri="{FF2B5EF4-FFF2-40B4-BE49-F238E27FC236}">
                <a16:creationId xmlns:a16="http://schemas.microsoft.com/office/drawing/2014/main" id="{844E3467-086B-68B7-287F-71E7E727D857}"/>
              </a:ext>
            </a:extLst>
          </p:cNvPr>
          <p:cNvSpPr txBox="1"/>
          <p:nvPr/>
        </p:nvSpPr>
        <p:spPr>
          <a:xfrm>
            <a:off x="6209303" y="3216381"/>
            <a:ext cx="751708" cy="215444"/>
          </a:xfrm>
          <a:prstGeom prst="rect">
            <a:avLst/>
          </a:prstGeom>
          <a:noFill/>
        </p:spPr>
        <p:txBody>
          <a:bodyPr wrap="square" rtlCol="0">
            <a:spAutoFit/>
          </a:bodyPr>
          <a:lstStyle/>
          <a:p>
            <a:pPr algn="ctr"/>
            <a:r>
              <a:rPr lang="en-US" sz="800"/>
              <a:t>3b</a:t>
            </a:r>
            <a:endParaRPr lang="en-AU" sz="800"/>
          </a:p>
        </p:txBody>
      </p:sp>
      <p:sp>
        <p:nvSpPr>
          <p:cNvPr id="124" name="TextBox 123">
            <a:extLst>
              <a:ext uri="{FF2B5EF4-FFF2-40B4-BE49-F238E27FC236}">
                <a16:creationId xmlns:a16="http://schemas.microsoft.com/office/drawing/2014/main" id="{02917CCC-DC40-F964-D056-99E4EC1B8539}"/>
              </a:ext>
            </a:extLst>
          </p:cNvPr>
          <p:cNvSpPr txBox="1"/>
          <p:nvPr/>
        </p:nvSpPr>
        <p:spPr>
          <a:xfrm>
            <a:off x="6201634" y="3750944"/>
            <a:ext cx="751708" cy="307777"/>
          </a:xfrm>
          <a:prstGeom prst="rect">
            <a:avLst/>
          </a:prstGeom>
          <a:noFill/>
        </p:spPr>
        <p:txBody>
          <a:bodyPr wrap="square" rtlCol="0">
            <a:spAutoFit/>
          </a:bodyPr>
          <a:lstStyle/>
          <a:p>
            <a:pPr algn="ctr"/>
            <a:r>
              <a:rPr lang="en-US" sz="700"/>
              <a:t>5 Semantic Search</a:t>
            </a:r>
            <a:endParaRPr lang="en-AU" sz="700"/>
          </a:p>
        </p:txBody>
      </p:sp>
      <p:sp>
        <p:nvSpPr>
          <p:cNvPr id="125" name="TextBox 124">
            <a:extLst>
              <a:ext uri="{FF2B5EF4-FFF2-40B4-BE49-F238E27FC236}">
                <a16:creationId xmlns:a16="http://schemas.microsoft.com/office/drawing/2014/main" id="{F82922DC-0424-0AE8-FE85-4FA2ECEABA95}"/>
              </a:ext>
            </a:extLst>
          </p:cNvPr>
          <p:cNvSpPr txBox="1"/>
          <p:nvPr/>
        </p:nvSpPr>
        <p:spPr>
          <a:xfrm>
            <a:off x="6206737" y="4236120"/>
            <a:ext cx="751708" cy="307777"/>
          </a:xfrm>
          <a:prstGeom prst="rect">
            <a:avLst/>
          </a:prstGeom>
          <a:noFill/>
        </p:spPr>
        <p:txBody>
          <a:bodyPr wrap="square" rtlCol="0">
            <a:spAutoFit/>
          </a:bodyPr>
          <a:lstStyle/>
          <a:p>
            <a:pPr algn="ctr"/>
            <a:r>
              <a:rPr lang="en-US" sz="700"/>
              <a:t>6 Top Match(es)</a:t>
            </a:r>
            <a:endParaRPr lang="en-AU" sz="700"/>
          </a:p>
        </p:txBody>
      </p:sp>
      <p:sp>
        <p:nvSpPr>
          <p:cNvPr id="126" name="TextBox 125">
            <a:extLst>
              <a:ext uri="{FF2B5EF4-FFF2-40B4-BE49-F238E27FC236}">
                <a16:creationId xmlns:a16="http://schemas.microsoft.com/office/drawing/2014/main" id="{859446D3-05A7-F6FC-0C80-087A9C9BB922}"/>
              </a:ext>
            </a:extLst>
          </p:cNvPr>
          <p:cNvSpPr txBox="1"/>
          <p:nvPr/>
        </p:nvSpPr>
        <p:spPr>
          <a:xfrm rot="16200000">
            <a:off x="4296575" y="4167654"/>
            <a:ext cx="1182318" cy="215444"/>
          </a:xfrm>
          <a:prstGeom prst="rect">
            <a:avLst/>
          </a:prstGeom>
          <a:noFill/>
        </p:spPr>
        <p:txBody>
          <a:bodyPr wrap="square" rtlCol="0">
            <a:spAutoFit/>
          </a:bodyPr>
          <a:lstStyle/>
          <a:p>
            <a:pPr algn="ctr"/>
            <a:r>
              <a:rPr lang="en-US" sz="800"/>
              <a:t>3a Create Embeddings</a:t>
            </a:r>
            <a:endParaRPr lang="en-AU" sz="800"/>
          </a:p>
        </p:txBody>
      </p:sp>
      <p:sp>
        <p:nvSpPr>
          <p:cNvPr id="127" name="TextBox 126">
            <a:extLst>
              <a:ext uri="{FF2B5EF4-FFF2-40B4-BE49-F238E27FC236}">
                <a16:creationId xmlns:a16="http://schemas.microsoft.com/office/drawing/2014/main" id="{935D5919-1AEB-4A2B-2B07-FE01F6B8F712}"/>
              </a:ext>
            </a:extLst>
          </p:cNvPr>
          <p:cNvSpPr txBox="1"/>
          <p:nvPr/>
        </p:nvSpPr>
        <p:spPr>
          <a:xfrm>
            <a:off x="4502488" y="3187296"/>
            <a:ext cx="751708" cy="215444"/>
          </a:xfrm>
          <a:prstGeom prst="rect">
            <a:avLst/>
          </a:prstGeom>
          <a:noFill/>
        </p:spPr>
        <p:txBody>
          <a:bodyPr wrap="square" rtlCol="0">
            <a:spAutoFit/>
          </a:bodyPr>
          <a:lstStyle/>
          <a:p>
            <a:pPr algn="ctr"/>
            <a:r>
              <a:rPr lang="en-US" sz="800"/>
              <a:t>3b</a:t>
            </a:r>
            <a:endParaRPr lang="en-AU" sz="800"/>
          </a:p>
        </p:txBody>
      </p:sp>
      <p:sp>
        <p:nvSpPr>
          <p:cNvPr id="128" name="TextBox 127">
            <a:extLst>
              <a:ext uri="{FF2B5EF4-FFF2-40B4-BE49-F238E27FC236}">
                <a16:creationId xmlns:a16="http://schemas.microsoft.com/office/drawing/2014/main" id="{033A1AB5-0C90-A3D5-7B64-9163A58595AB}"/>
              </a:ext>
            </a:extLst>
          </p:cNvPr>
          <p:cNvSpPr txBox="1"/>
          <p:nvPr/>
        </p:nvSpPr>
        <p:spPr>
          <a:xfrm>
            <a:off x="3821242" y="2951058"/>
            <a:ext cx="751708" cy="215444"/>
          </a:xfrm>
          <a:prstGeom prst="rect">
            <a:avLst/>
          </a:prstGeom>
          <a:noFill/>
        </p:spPr>
        <p:txBody>
          <a:bodyPr wrap="square" rtlCol="0">
            <a:spAutoFit/>
          </a:bodyPr>
          <a:lstStyle/>
          <a:p>
            <a:pPr algn="ctr"/>
            <a:r>
              <a:rPr lang="en-US" sz="800"/>
              <a:t>2</a:t>
            </a:r>
            <a:endParaRPr lang="en-AU" sz="800"/>
          </a:p>
        </p:txBody>
      </p:sp>
      <p:sp>
        <p:nvSpPr>
          <p:cNvPr id="129" name="TextBox 128">
            <a:extLst>
              <a:ext uri="{FF2B5EF4-FFF2-40B4-BE49-F238E27FC236}">
                <a16:creationId xmlns:a16="http://schemas.microsoft.com/office/drawing/2014/main" id="{DCD37711-9A65-374B-664C-DF594B99CD92}"/>
              </a:ext>
            </a:extLst>
          </p:cNvPr>
          <p:cNvSpPr txBox="1"/>
          <p:nvPr/>
        </p:nvSpPr>
        <p:spPr>
          <a:xfrm>
            <a:off x="5680447" y="2944209"/>
            <a:ext cx="468509" cy="221963"/>
          </a:xfrm>
          <a:prstGeom prst="rect">
            <a:avLst/>
          </a:prstGeom>
          <a:noFill/>
        </p:spPr>
        <p:txBody>
          <a:bodyPr wrap="square" rtlCol="0">
            <a:spAutoFit/>
          </a:bodyPr>
          <a:lstStyle/>
          <a:p>
            <a:pPr algn="ctr"/>
            <a:r>
              <a:rPr lang="en-US" sz="800"/>
              <a:t>3</a:t>
            </a:r>
            <a:endParaRPr lang="en-AU" sz="800"/>
          </a:p>
        </p:txBody>
      </p:sp>
      <p:cxnSp>
        <p:nvCxnSpPr>
          <p:cNvPr id="130" name="Connector: Elbow 129">
            <a:extLst>
              <a:ext uri="{FF2B5EF4-FFF2-40B4-BE49-F238E27FC236}">
                <a16:creationId xmlns:a16="http://schemas.microsoft.com/office/drawing/2014/main" id="{A5EB594B-73F3-5956-9163-ABBE6063B5AE}"/>
              </a:ext>
            </a:extLst>
          </p:cNvPr>
          <p:cNvCxnSpPr>
            <a:cxnSpLocks/>
            <a:stCxn id="105" idx="2"/>
            <a:endCxn id="79" idx="3"/>
          </p:cNvCxnSpPr>
          <p:nvPr/>
        </p:nvCxnSpPr>
        <p:spPr>
          <a:xfrm rot="5400000" flipH="1">
            <a:off x="2891691" y="2021965"/>
            <a:ext cx="2540562" cy="3173808"/>
          </a:xfrm>
          <a:prstGeom prst="bentConnector3">
            <a:avLst>
              <a:gd name="adj1" fmla="val -8998"/>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1" name="Rectangle 130">
            <a:extLst>
              <a:ext uri="{FF2B5EF4-FFF2-40B4-BE49-F238E27FC236}">
                <a16:creationId xmlns:a16="http://schemas.microsoft.com/office/drawing/2014/main" id="{91E6A25A-467D-F0D2-A357-ABF4B05A43A1}"/>
              </a:ext>
            </a:extLst>
          </p:cNvPr>
          <p:cNvSpPr/>
          <p:nvPr/>
        </p:nvSpPr>
        <p:spPr>
          <a:xfrm>
            <a:off x="8530661" y="4126376"/>
            <a:ext cx="800524" cy="7299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Prompt: Context + Q + Instruction</a:t>
            </a:r>
          </a:p>
        </p:txBody>
      </p:sp>
      <p:cxnSp>
        <p:nvCxnSpPr>
          <p:cNvPr id="132" name="Connector: Elbow 131">
            <a:extLst>
              <a:ext uri="{FF2B5EF4-FFF2-40B4-BE49-F238E27FC236}">
                <a16:creationId xmlns:a16="http://schemas.microsoft.com/office/drawing/2014/main" id="{F1CD721C-9DD9-2A32-8E47-3647AD898CBD}"/>
              </a:ext>
            </a:extLst>
          </p:cNvPr>
          <p:cNvCxnSpPr>
            <a:cxnSpLocks/>
            <a:stCxn id="131" idx="3"/>
          </p:cNvCxnSpPr>
          <p:nvPr/>
        </p:nvCxnSpPr>
        <p:spPr>
          <a:xfrm flipH="1">
            <a:off x="6996217" y="4491345"/>
            <a:ext cx="2334968" cy="1590480"/>
          </a:xfrm>
          <a:prstGeom prst="bentConnector3">
            <a:avLst>
              <a:gd name="adj1" fmla="val -979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113E9F8C-77F5-D9AC-1C5B-5FDDA48D9B19}"/>
              </a:ext>
            </a:extLst>
          </p:cNvPr>
          <p:cNvCxnSpPr>
            <a:cxnSpLocks/>
          </p:cNvCxnSpPr>
          <p:nvPr/>
        </p:nvCxnSpPr>
        <p:spPr>
          <a:xfrm flipV="1">
            <a:off x="7942192" y="4491345"/>
            <a:ext cx="567203" cy="840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4" name="TextBox 133">
            <a:extLst>
              <a:ext uri="{FF2B5EF4-FFF2-40B4-BE49-F238E27FC236}">
                <a16:creationId xmlns:a16="http://schemas.microsoft.com/office/drawing/2014/main" id="{47765DB5-7A70-EE50-900B-DDE926DA325B}"/>
              </a:ext>
            </a:extLst>
          </p:cNvPr>
          <p:cNvSpPr txBox="1"/>
          <p:nvPr/>
        </p:nvSpPr>
        <p:spPr>
          <a:xfrm>
            <a:off x="7952605" y="4234541"/>
            <a:ext cx="468509" cy="221963"/>
          </a:xfrm>
          <a:prstGeom prst="rect">
            <a:avLst/>
          </a:prstGeom>
          <a:noFill/>
        </p:spPr>
        <p:txBody>
          <a:bodyPr wrap="square" rtlCol="0">
            <a:spAutoFit/>
          </a:bodyPr>
          <a:lstStyle/>
          <a:p>
            <a:pPr algn="ctr"/>
            <a:r>
              <a:rPr lang="en-US" sz="800"/>
              <a:t>7</a:t>
            </a:r>
            <a:endParaRPr lang="en-AU" sz="800"/>
          </a:p>
        </p:txBody>
      </p:sp>
      <p:cxnSp>
        <p:nvCxnSpPr>
          <p:cNvPr id="135" name="Connector: Elbow 134">
            <a:extLst>
              <a:ext uri="{FF2B5EF4-FFF2-40B4-BE49-F238E27FC236}">
                <a16:creationId xmlns:a16="http://schemas.microsoft.com/office/drawing/2014/main" id="{5878DE5F-4A6A-ECE2-2F85-5988686C76B0}"/>
              </a:ext>
            </a:extLst>
          </p:cNvPr>
          <p:cNvCxnSpPr>
            <a:cxnSpLocks/>
            <a:stCxn id="81" idx="0"/>
            <a:endCxn id="110" idx="2"/>
          </p:cNvCxnSpPr>
          <p:nvPr/>
        </p:nvCxnSpPr>
        <p:spPr>
          <a:xfrm rot="5400000" flipH="1" flipV="1">
            <a:off x="6622148" y="4834374"/>
            <a:ext cx="804516" cy="894067"/>
          </a:xfrm>
          <a:prstGeom prst="bent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6" name="TextBox 135">
            <a:extLst>
              <a:ext uri="{FF2B5EF4-FFF2-40B4-BE49-F238E27FC236}">
                <a16:creationId xmlns:a16="http://schemas.microsoft.com/office/drawing/2014/main" id="{049D63EC-5284-8736-12AB-CA1839AF1D13}"/>
              </a:ext>
            </a:extLst>
          </p:cNvPr>
          <p:cNvSpPr txBox="1"/>
          <p:nvPr/>
        </p:nvSpPr>
        <p:spPr>
          <a:xfrm>
            <a:off x="7796240" y="3166845"/>
            <a:ext cx="1022631" cy="200055"/>
          </a:xfrm>
          <a:prstGeom prst="rect">
            <a:avLst/>
          </a:prstGeom>
          <a:noFill/>
        </p:spPr>
        <p:txBody>
          <a:bodyPr wrap="square" rtlCol="0">
            <a:spAutoFit/>
          </a:bodyPr>
          <a:lstStyle/>
          <a:p>
            <a:pPr algn="ctr"/>
            <a:r>
              <a:rPr lang="en-US" sz="700"/>
              <a:t>Logs &amp; Monitoring</a:t>
            </a:r>
            <a:endParaRPr lang="en-AU" sz="700"/>
          </a:p>
        </p:txBody>
      </p:sp>
      <p:cxnSp>
        <p:nvCxnSpPr>
          <p:cNvPr id="137" name="Connector: Elbow 136">
            <a:extLst>
              <a:ext uri="{FF2B5EF4-FFF2-40B4-BE49-F238E27FC236}">
                <a16:creationId xmlns:a16="http://schemas.microsoft.com/office/drawing/2014/main" id="{E1C7B452-81E1-F05E-0274-F17600DFA486}"/>
              </a:ext>
            </a:extLst>
          </p:cNvPr>
          <p:cNvCxnSpPr>
            <a:cxnSpLocks/>
            <a:endCxn id="81" idx="1"/>
          </p:cNvCxnSpPr>
          <p:nvPr/>
        </p:nvCxnSpPr>
        <p:spPr>
          <a:xfrm rot="16200000" flipH="1">
            <a:off x="3278678" y="3150201"/>
            <a:ext cx="3007722" cy="2789144"/>
          </a:xfrm>
          <a:prstGeom prst="bentConnector2">
            <a:avLst/>
          </a:prstGeom>
          <a:ln w="127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38" name="Picture 137">
            <a:extLst>
              <a:ext uri="{FF2B5EF4-FFF2-40B4-BE49-F238E27FC236}">
                <a16:creationId xmlns:a16="http://schemas.microsoft.com/office/drawing/2014/main" id="{9003AC70-949C-A270-D562-1F26EC67B7B4}"/>
              </a:ext>
            </a:extLst>
          </p:cNvPr>
          <p:cNvPicPr>
            <a:picLocks noChangeAspect="1"/>
          </p:cNvPicPr>
          <p:nvPr/>
        </p:nvPicPr>
        <p:blipFill>
          <a:blip r:embed="rId10"/>
          <a:stretch>
            <a:fillRect/>
          </a:stretch>
        </p:blipFill>
        <p:spPr>
          <a:xfrm>
            <a:off x="8685642" y="3201505"/>
            <a:ext cx="406421" cy="520727"/>
          </a:xfrm>
          <a:prstGeom prst="rect">
            <a:avLst/>
          </a:prstGeom>
        </p:spPr>
      </p:pic>
      <p:sp>
        <p:nvSpPr>
          <p:cNvPr id="139" name="TextBox 138">
            <a:extLst>
              <a:ext uri="{FF2B5EF4-FFF2-40B4-BE49-F238E27FC236}">
                <a16:creationId xmlns:a16="http://schemas.microsoft.com/office/drawing/2014/main" id="{31CA320D-C410-F7F4-0454-39236F138F3C}"/>
              </a:ext>
            </a:extLst>
          </p:cNvPr>
          <p:cNvSpPr txBox="1"/>
          <p:nvPr/>
        </p:nvSpPr>
        <p:spPr>
          <a:xfrm>
            <a:off x="9110645" y="3278397"/>
            <a:ext cx="811733" cy="323165"/>
          </a:xfrm>
          <a:prstGeom prst="rect">
            <a:avLst/>
          </a:prstGeom>
          <a:noFill/>
        </p:spPr>
        <p:txBody>
          <a:bodyPr wrap="square" rtlCol="0" anchor="ctr">
            <a:spAutoFit/>
          </a:bodyPr>
          <a:lstStyle/>
          <a:p>
            <a:pPr algn="ctr"/>
            <a:r>
              <a:rPr lang="en-US" sz="750"/>
              <a:t>Azure Apps Insights</a:t>
            </a:r>
          </a:p>
        </p:txBody>
      </p:sp>
      <p:cxnSp>
        <p:nvCxnSpPr>
          <p:cNvPr id="140" name="Straight Arrow Connector 139">
            <a:extLst>
              <a:ext uri="{FF2B5EF4-FFF2-40B4-BE49-F238E27FC236}">
                <a16:creationId xmlns:a16="http://schemas.microsoft.com/office/drawing/2014/main" id="{E8480C09-26F9-F6ED-734D-CF2FD5E97ED5}"/>
              </a:ext>
            </a:extLst>
          </p:cNvPr>
          <p:cNvCxnSpPr>
            <a:cxnSpLocks/>
          </p:cNvCxnSpPr>
          <p:nvPr/>
        </p:nvCxnSpPr>
        <p:spPr>
          <a:xfrm>
            <a:off x="7911482" y="3471143"/>
            <a:ext cx="768617"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1" name="TextBox 140">
            <a:extLst>
              <a:ext uri="{FF2B5EF4-FFF2-40B4-BE49-F238E27FC236}">
                <a16:creationId xmlns:a16="http://schemas.microsoft.com/office/drawing/2014/main" id="{1A14F351-1F52-2A73-B2E5-E9CBF6FBE308}"/>
              </a:ext>
            </a:extLst>
          </p:cNvPr>
          <p:cNvSpPr txBox="1"/>
          <p:nvPr/>
        </p:nvSpPr>
        <p:spPr>
          <a:xfrm>
            <a:off x="8171745" y="5998545"/>
            <a:ext cx="1022631" cy="200055"/>
          </a:xfrm>
          <a:prstGeom prst="rect">
            <a:avLst/>
          </a:prstGeom>
          <a:noFill/>
        </p:spPr>
        <p:txBody>
          <a:bodyPr wrap="square" rtlCol="0">
            <a:spAutoFit/>
          </a:bodyPr>
          <a:lstStyle/>
          <a:p>
            <a:pPr algn="ctr"/>
            <a:r>
              <a:rPr lang="en-US" sz="700"/>
              <a:t>Prompt</a:t>
            </a:r>
            <a:endParaRPr lang="en-AU" sz="700"/>
          </a:p>
        </p:txBody>
      </p:sp>
      <p:pic>
        <p:nvPicPr>
          <p:cNvPr id="142" name="Picture 141">
            <a:extLst>
              <a:ext uri="{FF2B5EF4-FFF2-40B4-BE49-F238E27FC236}">
                <a16:creationId xmlns:a16="http://schemas.microsoft.com/office/drawing/2014/main" id="{F6F07A15-6E91-75D8-1FA3-1C6F608DF9A4}"/>
              </a:ext>
            </a:extLst>
          </p:cNvPr>
          <p:cNvPicPr>
            <a:picLocks noChangeAspect="1"/>
          </p:cNvPicPr>
          <p:nvPr/>
        </p:nvPicPr>
        <p:blipFill rotWithShape="1">
          <a:blip r:embed="rId11"/>
          <a:srcRect l="15191" t="12403" r="13203" b="13232"/>
          <a:stretch/>
        </p:blipFill>
        <p:spPr>
          <a:xfrm>
            <a:off x="6705887" y="5707509"/>
            <a:ext cx="264319" cy="274505"/>
          </a:xfrm>
          <a:prstGeom prst="rect">
            <a:avLst/>
          </a:prstGeom>
          <a:ln>
            <a:noFill/>
          </a:ln>
        </p:spPr>
      </p:pic>
      <p:sp>
        <p:nvSpPr>
          <p:cNvPr id="143" name="TextBox 142">
            <a:extLst>
              <a:ext uri="{FF2B5EF4-FFF2-40B4-BE49-F238E27FC236}">
                <a16:creationId xmlns:a16="http://schemas.microsoft.com/office/drawing/2014/main" id="{C100AAFF-61EF-57FA-B1AA-EAA7B1B661C2}"/>
              </a:ext>
            </a:extLst>
          </p:cNvPr>
          <p:cNvSpPr txBox="1"/>
          <p:nvPr/>
        </p:nvSpPr>
        <p:spPr>
          <a:xfrm rot="10800000" flipV="1">
            <a:off x="5609069" y="5616976"/>
            <a:ext cx="610251" cy="286246"/>
          </a:xfrm>
          <a:prstGeom prst="rect">
            <a:avLst/>
          </a:prstGeom>
          <a:noFill/>
          <a:ln>
            <a:noFill/>
          </a:ln>
        </p:spPr>
        <p:txBody>
          <a:bodyPr wrap="square" lIns="0" tIns="0" rIns="0" bIns="0" rtlCol="0" anchor="ctr">
            <a:noAutofit/>
          </a:bodyPr>
          <a:lstStyle>
            <a:defPPr>
              <a:defRPr lang="en-US"/>
            </a:defPPr>
            <a:lvl1pPr algn="ctr" defTabSz="554061">
              <a:defRPr sz="1000" b="1">
                <a:solidFill>
                  <a:prstClr val="black"/>
                </a:solidFill>
                <a:latin typeface="Calibri" panose="020F0502020204030204"/>
              </a:defRPr>
            </a:lvl1pPr>
          </a:lstStyle>
          <a:p>
            <a:pPr defTabSz="415546"/>
            <a:r>
              <a:rPr lang="en-US" sz="675" b="0"/>
              <a:t>Azure </a:t>
            </a:r>
          </a:p>
          <a:p>
            <a:pPr defTabSz="415546"/>
            <a:r>
              <a:rPr lang="en-US" sz="675" b="0"/>
              <a:t>OpenAI</a:t>
            </a:r>
          </a:p>
          <a:p>
            <a:pPr defTabSz="415546"/>
            <a:r>
              <a:rPr lang="en-US" sz="675" b="0"/>
              <a:t>Plugins</a:t>
            </a:r>
          </a:p>
        </p:txBody>
      </p:sp>
      <p:pic>
        <p:nvPicPr>
          <p:cNvPr id="144" name="Picture 143">
            <a:extLst>
              <a:ext uri="{FF2B5EF4-FFF2-40B4-BE49-F238E27FC236}">
                <a16:creationId xmlns:a16="http://schemas.microsoft.com/office/drawing/2014/main" id="{8A8FE7B4-5683-7D71-A6C1-9922E91E1BB8}"/>
              </a:ext>
            </a:extLst>
          </p:cNvPr>
          <p:cNvPicPr>
            <a:picLocks noChangeAspect="1"/>
          </p:cNvPicPr>
          <p:nvPr/>
        </p:nvPicPr>
        <p:blipFill>
          <a:blip r:embed="rId12"/>
          <a:stretch>
            <a:fillRect/>
          </a:stretch>
        </p:blipFill>
        <p:spPr>
          <a:xfrm>
            <a:off x="6200157" y="5701812"/>
            <a:ext cx="242654" cy="242654"/>
          </a:xfrm>
          <a:prstGeom prst="rect">
            <a:avLst/>
          </a:prstGeom>
        </p:spPr>
      </p:pic>
    </p:spTree>
    <p:extLst>
      <p:ext uri="{BB962C8B-B14F-4D97-AF65-F5344CB8AC3E}">
        <p14:creationId xmlns:p14="http://schemas.microsoft.com/office/powerpoint/2010/main" val="2698488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F77D6F69-641C-5B64-8F5F-2F075CD5FFE3}"/>
              </a:ext>
            </a:extLst>
          </p:cNvPr>
          <p:cNvSpPr txBox="1">
            <a:spLocks/>
          </p:cNvSpPr>
          <p:nvPr/>
        </p:nvSpPr>
        <p:spPr>
          <a:xfrm>
            <a:off x="647494" y="237600"/>
            <a:ext cx="8655042" cy="642924"/>
          </a:xfrm>
          <a:prstGeom prst="rect">
            <a:avLst/>
          </a:prstGeom>
        </p:spPr>
        <p:txBody>
          <a:bodyPr vert="horz" lIns="121920" tIns="60960" rIns="121920" bIns="60960" rtlCol="0" anchor="t">
            <a:noAutofit/>
          </a:bodyPr>
          <a:lstStyle>
            <a:lvl1pPr algn="l" defTabSz="514350" rtl="0" eaLnBrk="1" latinLnBrk="0" hangingPunct="1">
              <a:lnSpc>
                <a:spcPct val="90000"/>
              </a:lnSpc>
              <a:spcBef>
                <a:spcPct val="0"/>
              </a:spcBef>
              <a:buNone/>
              <a:defRPr sz="2250" b="1" kern="1200">
                <a:solidFill>
                  <a:schemeClr val="tx1"/>
                </a:solidFill>
                <a:latin typeface="+mn-lt"/>
                <a:ea typeface="+mj-ea"/>
                <a:cs typeface="+mj-cs"/>
              </a:defRPr>
            </a:lvl1pPr>
          </a:lstStyle>
          <a:p>
            <a:pPr defTabSz="685783">
              <a:defRPr/>
            </a:pPr>
            <a:r>
              <a:rPr lang="en-AU" sz="2200" b="0">
                <a:latin typeface="+mj-lt"/>
                <a:cs typeface="Arial" panose="020B0604020202020204" pitchFamily="34" charset="0"/>
              </a:rPr>
              <a:t>Gen AI with RAG on Azure – Logical Architecture</a:t>
            </a:r>
            <a:endParaRPr lang="en-AU" sz="2000" b="1" i="0" u="none" strike="noStrike" kern="1200" cap="none" spc="0" normalizeH="0" baseline="0" noProof="0">
              <a:ln>
                <a:noFill/>
              </a:ln>
              <a:solidFill>
                <a:srgbClr val="0054A6"/>
              </a:solidFill>
              <a:effectLst/>
              <a:uLnTx/>
              <a:uFillTx/>
              <a:latin typeface="Arial Black" panose="020B0A04020102020204"/>
            </a:endParaRPr>
          </a:p>
        </p:txBody>
      </p:sp>
      <p:pic>
        <p:nvPicPr>
          <p:cNvPr id="4" name="Picture 3">
            <a:extLst>
              <a:ext uri="{FF2B5EF4-FFF2-40B4-BE49-F238E27FC236}">
                <a16:creationId xmlns:a16="http://schemas.microsoft.com/office/drawing/2014/main" id="{62EC981A-52BA-C70F-054A-2AA73778653A}"/>
              </a:ext>
            </a:extLst>
          </p:cNvPr>
          <p:cNvPicPr>
            <a:picLocks noChangeAspect="1"/>
          </p:cNvPicPr>
          <p:nvPr/>
        </p:nvPicPr>
        <p:blipFill>
          <a:blip r:embed="rId2"/>
          <a:stretch>
            <a:fillRect/>
          </a:stretch>
        </p:blipFill>
        <p:spPr>
          <a:xfrm>
            <a:off x="1330559" y="586154"/>
            <a:ext cx="8682947" cy="6271845"/>
          </a:xfrm>
          <a:prstGeom prst="rect">
            <a:avLst/>
          </a:prstGeom>
        </p:spPr>
      </p:pic>
    </p:spTree>
    <p:extLst>
      <p:ext uri="{BB962C8B-B14F-4D97-AF65-F5344CB8AC3E}">
        <p14:creationId xmlns:p14="http://schemas.microsoft.com/office/powerpoint/2010/main" val="2036999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1D167-1667-E50C-7D4E-9306D9E84CA1}"/>
            </a:ext>
          </a:extLst>
        </p:cNvPr>
        <p:cNvGrpSpPr/>
        <p:nvPr/>
      </p:nvGrpSpPr>
      <p:grpSpPr>
        <a:xfrm>
          <a:off x="0" y="0"/>
          <a:ext cx="0" cy="0"/>
          <a:chOff x="0" y="0"/>
          <a:chExt cx="0" cy="0"/>
        </a:xfrm>
      </p:grpSpPr>
      <p:graphicFrame>
        <p:nvGraphicFramePr>
          <p:cNvPr id="240" name="Table 239">
            <a:extLst>
              <a:ext uri="{FF2B5EF4-FFF2-40B4-BE49-F238E27FC236}">
                <a16:creationId xmlns:a16="http://schemas.microsoft.com/office/drawing/2014/main" id="{33BF9FCE-FC9F-EFA6-F539-B660C71C09EE}"/>
              </a:ext>
            </a:extLst>
          </p:cNvPr>
          <p:cNvGraphicFramePr>
            <a:graphicFrameLocks noGrp="1"/>
          </p:cNvGraphicFramePr>
          <p:nvPr>
            <p:extLst>
              <p:ext uri="{D42A27DB-BD31-4B8C-83A1-F6EECF244321}">
                <p14:modId xmlns:p14="http://schemas.microsoft.com/office/powerpoint/2010/main" val="2344353540"/>
              </p:ext>
            </p:extLst>
          </p:nvPr>
        </p:nvGraphicFramePr>
        <p:xfrm>
          <a:off x="461630" y="842196"/>
          <a:ext cx="11268739" cy="3346900"/>
        </p:xfrm>
        <a:graphic>
          <a:graphicData uri="http://schemas.openxmlformats.org/drawingml/2006/table">
            <a:tbl>
              <a:tblPr firstRow="1" bandRow="1">
                <a:tableStyleId>{00A15C55-8517-42AA-B614-E9B94910E393}</a:tableStyleId>
              </a:tblPr>
              <a:tblGrid>
                <a:gridCol w="3329194">
                  <a:extLst>
                    <a:ext uri="{9D8B030D-6E8A-4147-A177-3AD203B41FA5}">
                      <a16:colId xmlns:a16="http://schemas.microsoft.com/office/drawing/2014/main" val="1531070684"/>
                    </a:ext>
                  </a:extLst>
                </a:gridCol>
                <a:gridCol w="7939545">
                  <a:extLst>
                    <a:ext uri="{9D8B030D-6E8A-4147-A177-3AD203B41FA5}">
                      <a16:colId xmlns:a16="http://schemas.microsoft.com/office/drawing/2014/main" val="3014807408"/>
                    </a:ext>
                  </a:extLst>
                </a:gridCol>
              </a:tblGrid>
              <a:tr h="306388">
                <a:tc>
                  <a:txBody>
                    <a:bodyPr/>
                    <a:lstStyle/>
                    <a:p>
                      <a:r>
                        <a:rPr lang="en-US" sz="1200"/>
                        <a:t>Architecture Consideration</a:t>
                      </a:r>
                      <a:endParaRPr lang="en-AU" sz="1200"/>
                    </a:p>
                  </a:txBody>
                  <a:tcPr/>
                </a:tc>
                <a:tc>
                  <a:txBody>
                    <a:bodyPr/>
                    <a:lstStyle/>
                    <a:p>
                      <a:r>
                        <a:rPr lang="en-US" sz="1200"/>
                        <a:t>Pattern to be applied</a:t>
                      </a:r>
                      <a:endParaRPr lang="en-AU" sz="1200"/>
                    </a:p>
                  </a:txBody>
                  <a:tcPr/>
                </a:tc>
                <a:extLst>
                  <a:ext uri="{0D108BD9-81ED-4DB2-BD59-A6C34878D82A}">
                    <a16:rowId xmlns:a16="http://schemas.microsoft.com/office/drawing/2014/main" val="41450229"/>
                  </a:ext>
                </a:extLst>
              </a:tr>
              <a:tr h="404906">
                <a:tc>
                  <a:txBody>
                    <a:bodyPr/>
                    <a:lstStyle/>
                    <a:p>
                      <a:r>
                        <a:rPr lang="en-US" sz="1200"/>
                        <a:t>User interface and end point security (MFA, B2C, SSO, CASB, PAM)</a:t>
                      </a:r>
                      <a:endParaRPr lang="en-AU" sz="1200"/>
                    </a:p>
                  </a:txBody>
                  <a:tcPr/>
                </a:tc>
                <a:tc>
                  <a:txBody>
                    <a:bodyPr/>
                    <a:lstStyle/>
                    <a:p>
                      <a:r>
                        <a:rPr lang="en-US" sz="1200"/>
                        <a:t>As per the existing SSO, MFA standards and policies of Sydney Water</a:t>
                      </a:r>
                      <a:endParaRPr lang="en-AU" sz="1200"/>
                    </a:p>
                  </a:txBody>
                  <a:tcPr/>
                </a:tc>
                <a:extLst>
                  <a:ext uri="{0D108BD9-81ED-4DB2-BD59-A6C34878D82A}">
                    <a16:rowId xmlns:a16="http://schemas.microsoft.com/office/drawing/2014/main" val="3267626900"/>
                  </a:ext>
                </a:extLst>
              </a:tr>
              <a:tr h="404906">
                <a:tc>
                  <a:txBody>
                    <a:bodyPr/>
                    <a:lstStyle/>
                    <a:p>
                      <a:r>
                        <a:rPr lang="en-US" sz="1200"/>
                        <a:t>Data security (Encryption, Protection, Segregation, Access Control, DLP)</a:t>
                      </a:r>
                      <a:endParaRPr lang="en-AU" sz="1200"/>
                    </a:p>
                  </a:txBody>
                  <a:tcPr/>
                </a:tc>
                <a:tc>
                  <a:txBody>
                    <a:bodyPr/>
                    <a:lstStyle/>
                    <a:p>
                      <a:r>
                        <a:rPr lang="en-US" sz="1200"/>
                        <a:t>As per the existing encryption, protection, segregation, access controls of Sydney Water’s Azure Tenancy</a:t>
                      </a:r>
                      <a:endParaRPr lang="en-AU" sz="1200"/>
                    </a:p>
                  </a:txBody>
                  <a:tcPr/>
                </a:tc>
                <a:extLst>
                  <a:ext uri="{0D108BD9-81ED-4DB2-BD59-A6C34878D82A}">
                    <a16:rowId xmlns:a16="http://schemas.microsoft.com/office/drawing/2014/main" val="4277248953"/>
                  </a:ext>
                </a:extLst>
              </a:tr>
              <a:tr h="404906">
                <a:tc>
                  <a:txBody>
                    <a:bodyPr/>
                    <a:lstStyle/>
                    <a:p>
                      <a:r>
                        <a:rPr lang="en-US" sz="1200"/>
                        <a:t>Network Security (Firewall, IDP, SSL, Encryption, Segregation)</a:t>
                      </a:r>
                      <a:endParaRPr lang="en-AU" sz="1200"/>
                    </a:p>
                  </a:txBody>
                  <a:tcPr/>
                </a:tc>
                <a:tc>
                  <a:txBody>
                    <a:bodyPr/>
                    <a:lstStyle/>
                    <a:p>
                      <a:r>
                        <a:rPr lang="en-US" sz="1200"/>
                        <a:t>As per the existing firewalls, SSL, encryption, segregation policies of Sydney Water</a:t>
                      </a:r>
                      <a:endParaRPr lang="en-AU" sz="1200"/>
                    </a:p>
                  </a:txBody>
                  <a:tcPr/>
                </a:tc>
                <a:extLst>
                  <a:ext uri="{0D108BD9-81ED-4DB2-BD59-A6C34878D82A}">
                    <a16:rowId xmlns:a16="http://schemas.microsoft.com/office/drawing/2014/main" val="3814746014"/>
                  </a:ext>
                </a:extLst>
              </a:tr>
              <a:tr h="571632">
                <a:tc>
                  <a:txBody>
                    <a:bodyPr/>
                    <a:lstStyle/>
                    <a:p>
                      <a:r>
                        <a:rPr lang="en-US" sz="1200"/>
                        <a:t>Infrastructure security (Anti-virus, Access Control, Hardening)</a:t>
                      </a:r>
                      <a:endParaRPr lang="en-AU" sz="1200"/>
                    </a:p>
                  </a:txBody>
                  <a:tcPr/>
                </a:tc>
                <a:tc>
                  <a:txBody>
                    <a:bodyPr/>
                    <a:lstStyle/>
                    <a:p>
                      <a:r>
                        <a:rPr lang="en-US" sz="1200"/>
                        <a:t>As per the existing Sydney Water’s Azure tenancy policies and standards</a:t>
                      </a:r>
                      <a:endParaRPr lang="en-AU" sz="1200"/>
                    </a:p>
                  </a:txBody>
                  <a:tcPr/>
                </a:tc>
                <a:extLst>
                  <a:ext uri="{0D108BD9-81ED-4DB2-BD59-A6C34878D82A}">
                    <a16:rowId xmlns:a16="http://schemas.microsoft.com/office/drawing/2014/main" val="2006190029"/>
                  </a:ext>
                </a:extLst>
              </a:tr>
              <a:tr h="404906">
                <a:tc>
                  <a:txBody>
                    <a:bodyPr/>
                    <a:lstStyle/>
                    <a:p>
                      <a:r>
                        <a:rPr lang="en-US" sz="1200"/>
                        <a:t>Integration security (SSL, VPN, Encryption, Access Control, Protection)</a:t>
                      </a:r>
                      <a:endParaRPr lang="en-AU" sz="1200"/>
                    </a:p>
                  </a:txBody>
                  <a:tcPr/>
                </a:tc>
                <a:tc>
                  <a:txBody>
                    <a:bodyPr/>
                    <a:lstStyle/>
                    <a:p>
                      <a:r>
                        <a:rPr lang="en-US" sz="1200"/>
                        <a:t>As per the existing Sydney Water’s integration security policies</a:t>
                      </a:r>
                      <a:endParaRPr lang="en-AU" sz="1200"/>
                    </a:p>
                  </a:txBody>
                  <a:tcPr/>
                </a:tc>
                <a:extLst>
                  <a:ext uri="{0D108BD9-81ED-4DB2-BD59-A6C34878D82A}">
                    <a16:rowId xmlns:a16="http://schemas.microsoft.com/office/drawing/2014/main" val="1889823780"/>
                  </a:ext>
                </a:extLst>
              </a:tr>
              <a:tr h="404906">
                <a:tc>
                  <a:txBody>
                    <a:bodyPr/>
                    <a:lstStyle/>
                    <a:p>
                      <a:r>
                        <a:rPr lang="en-US" sz="1200"/>
                        <a:t>Application security (user role management, Rights management, segmentation and segregation)</a:t>
                      </a:r>
                      <a:endParaRPr lang="en-AU" sz="1200"/>
                    </a:p>
                  </a:txBody>
                  <a:tcPr/>
                </a:tc>
                <a:tc>
                  <a:txBody>
                    <a:bodyPr/>
                    <a:lstStyle/>
                    <a:p>
                      <a:r>
                        <a:rPr lang="en-US" sz="1200"/>
                        <a:t>As chatbot application will adopt existing Azure SSO authentication and RBAC policies. In addition, application will have specific personas to address the data segregation based on the department and level of access.</a:t>
                      </a:r>
                      <a:endParaRPr lang="en-AU" sz="1200"/>
                    </a:p>
                  </a:txBody>
                  <a:tcPr/>
                </a:tc>
                <a:extLst>
                  <a:ext uri="{0D108BD9-81ED-4DB2-BD59-A6C34878D82A}">
                    <a16:rowId xmlns:a16="http://schemas.microsoft.com/office/drawing/2014/main" val="725720561"/>
                  </a:ext>
                </a:extLst>
              </a:tr>
            </a:tbl>
          </a:graphicData>
        </a:graphic>
      </p:graphicFrame>
      <p:sp>
        <p:nvSpPr>
          <p:cNvPr id="2" name="TextBox 1">
            <a:extLst>
              <a:ext uri="{FF2B5EF4-FFF2-40B4-BE49-F238E27FC236}">
                <a16:creationId xmlns:a16="http://schemas.microsoft.com/office/drawing/2014/main" id="{248324C7-15BB-BEF7-E22C-B6D0F78B0957}"/>
              </a:ext>
            </a:extLst>
          </p:cNvPr>
          <p:cNvSpPr txBox="1"/>
          <p:nvPr/>
        </p:nvSpPr>
        <p:spPr>
          <a:xfrm>
            <a:off x="425302" y="95693"/>
            <a:ext cx="55714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Architecture Principles</a:t>
            </a:r>
            <a:endParaRPr kumimoji="0" lang="en-AU"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2071622"/>
      </p:ext>
    </p:extLst>
  </p:cSld>
  <p:clrMapOvr>
    <a:masterClrMapping/>
  </p:clrMapOvr>
</p:sld>
</file>

<file path=ppt/theme/theme1.xml><?xml version="1.0" encoding="utf-8"?>
<a:theme xmlns:a="http://schemas.openxmlformats.org/drawingml/2006/main" name="SW colour set 1">
  <a:themeElements>
    <a:clrScheme name="Colour set 1">
      <a:dk1>
        <a:srgbClr val="0054A6"/>
      </a:dk1>
      <a:lt1>
        <a:srgbClr val="FFFFFF"/>
      </a:lt1>
      <a:dk2>
        <a:srgbClr val="00006E"/>
      </a:dk2>
      <a:lt2>
        <a:srgbClr val="BBBABB"/>
      </a:lt2>
      <a:accent1>
        <a:srgbClr val="00FFFF"/>
      </a:accent1>
      <a:accent2>
        <a:srgbClr val="001ECD"/>
      </a:accent2>
      <a:accent3>
        <a:srgbClr val="9EA1FF"/>
      </a:accent3>
      <a:accent4>
        <a:srgbClr val="00E6BE"/>
      </a:accent4>
      <a:accent5>
        <a:srgbClr val="FFFFFF"/>
      </a:accent5>
      <a:accent6>
        <a:srgbClr val="00006E"/>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81E3AA-856C-44C3-BA1D-216556818FD1}" vid="{3D493E30-8F36-4A6A-A98F-5A6310D2C9E1}"/>
    </a:ext>
  </a:extLst>
</a:theme>
</file>

<file path=ppt/theme/theme2.xml><?xml version="1.0" encoding="utf-8"?>
<a:theme xmlns:a="http://schemas.openxmlformats.org/drawingml/2006/main" name="Basic Layouts">
  <a:themeElements>
    <a:clrScheme name="TCS Colors 2">
      <a:dk1>
        <a:srgbClr val="000000"/>
      </a:dk1>
      <a:lt1>
        <a:srgbClr val="FFFFFF"/>
      </a:lt1>
      <a:dk2>
        <a:srgbClr val="D5D5D5"/>
      </a:dk2>
      <a:lt2>
        <a:srgbClr val="4E83C3"/>
      </a:lt2>
      <a:accent1>
        <a:srgbClr val="4E83C3"/>
      </a:accent1>
      <a:accent2>
        <a:srgbClr val="6DB657"/>
      </a:accent2>
      <a:accent3>
        <a:srgbClr val="F0B34F"/>
      </a:accent3>
      <a:accent4>
        <a:srgbClr val="DD5041"/>
      </a:accent4>
      <a:accent5>
        <a:srgbClr val="DF653A"/>
      </a:accent5>
      <a:accent6>
        <a:srgbClr val="7159B1"/>
      </a:accent6>
      <a:hlink>
        <a:srgbClr val="4E83C3"/>
      </a:hlink>
      <a:folHlink>
        <a:srgbClr val="E3116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E84C4"/>
        </a:solidFill>
        <a:ln>
          <a:noFill/>
        </a:ln>
      </a:spPr>
      <a:bodyPr rtlCol="0" anchor="ct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4E84C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a:solidFill>
              <a:schemeClr val="tx1"/>
            </a:solidFill>
          </a:defRPr>
        </a:defPPr>
      </a:lstStyle>
    </a:txDef>
  </a:objectDefaults>
  <a:extraClrSchemeLst/>
  <a:custClrLst>
    <a:custClr name="White">
      <a:srgbClr val="FFFFFF"/>
    </a:custClr>
    <a:custClr name="Black">
      <a:srgbClr val="000000"/>
    </a:custClr>
    <a:custClr name="TCS Blue">
      <a:srgbClr val="4E84C4"/>
    </a:custClr>
    <a:custClr name="TCS Green">
      <a:srgbClr val="6DB657"/>
    </a:custClr>
    <a:custClr name="TCS Yellow">
      <a:srgbClr val="F0B34F"/>
    </a:custClr>
    <a:custClr name="TCS Red">
      <a:srgbClr val="DD5041"/>
    </a:custClr>
    <a:custClr name="TCS Orange">
      <a:srgbClr val="DF653A"/>
    </a:custClr>
  </a:custClrLst>
  <a:extLst>
    <a:ext uri="{05A4C25C-085E-4340-85A3-A5531E510DB2}">
      <thm15:themeFamily xmlns:thm15="http://schemas.microsoft.com/office/thememl/2012/main" name="AI.Cloud_AnC_PPT_Template V2" id="{05F63561-6792-4370-BD3D-B53A13AF4D73}" vid="{D78B1113-EF8E-484B-8711-08DB8DCE3FE4}"/>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20a7b5e5-245c-4481-82f4-a92de06e3dd0">
      <UserInfo>
        <DisplayName>Kate Morgan</DisplayName>
        <AccountId>247</AccountId>
        <AccountType/>
      </UserInfo>
      <UserInfo>
        <DisplayName>Ray Poularas</DisplayName>
        <AccountId>2867</AccountId>
        <AccountType/>
      </UserInfo>
      <UserInfo>
        <DisplayName>Ovid Saveluc</DisplayName>
        <AccountId>1248</AccountId>
        <AccountType/>
      </UserInfo>
      <UserInfo>
        <DisplayName>Vipin Thapa</DisplayName>
        <AccountId>1036</AccountId>
        <AccountType/>
      </UserInfo>
      <UserInfo>
        <DisplayName>Kumar Yerrapathni</DisplayName>
        <AccountId>15186</AccountId>
        <AccountType/>
      </UserInfo>
      <UserInfo>
        <DisplayName>Lance Nurick</DisplayName>
        <AccountId>9818</AccountId>
        <AccountType/>
      </UserInfo>
    </SharedWithUsers>
    <lcf76f155ced4ddcb4097134ff3c332f xmlns="d4ae5452-16a4-47d9-ba38-83cad3e4a208">
      <Terms xmlns="http://schemas.microsoft.com/office/infopath/2007/PartnerControls"/>
    </lcf76f155ced4ddcb4097134ff3c332f>
    <TaxCatchAll xmlns="20a7b5e5-245c-4481-82f4-a92de06e3dd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76F27F48B6F046B9EDD7A951998CC0" ma:contentTypeVersion="17" ma:contentTypeDescription="Create a new document." ma:contentTypeScope="" ma:versionID="8db9dc57a5b0c0b7f7daa014c36c88ba">
  <xsd:schema xmlns:xsd="http://www.w3.org/2001/XMLSchema" xmlns:xs="http://www.w3.org/2001/XMLSchema" xmlns:p="http://schemas.microsoft.com/office/2006/metadata/properties" xmlns:ns2="20a7b5e5-245c-4481-82f4-a92de06e3dd0" xmlns:ns3="d4ae5452-16a4-47d9-ba38-83cad3e4a208" targetNamespace="http://schemas.microsoft.com/office/2006/metadata/properties" ma:root="true" ma:fieldsID="037840871e12da83ed3888a934e6f7d9" ns2:_="" ns3:_="">
    <xsd:import namespace="20a7b5e5-245c-4481-82f4-a92de06e3dd0"/>
    <xsd:import namespace="d4ae5452-16a4-47d9-ba38-83cad3e4a20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ObjectDetectorVersion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a7b5e5-245c-4481-82f4-a92de06e3dd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6b6cb6aa-8370-40dd-b9d2-7dd2b5a0251f}" ma:internalName="TaxCatchAll" ma:showField="CatchAllData" ma:web="20a7b5e5-245c-4481-82f4-a92de06e3dd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ae5452-16a4-47d9-ba38-83cad3e4a20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9e01b71-7c18-4006-bfa5-456d3a880d6a"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9A0482-17D5-45F0-A3D6-BB4A751FA284}">
  <ds:schemaRefs>
    <ds:schemaRef ds:uri="http://schemas.microsoft.com/sharepoint/v3/contenttype/forms"/>
  </ds:schemaRefs>
</ds:datastoreItem>
</file>

<file path=customXml/itemProps2.xml><?xml version="1.0" encoding="utf-8"?>
<ds:datastoreItem xmlns:ds="http://schemas.openxmlformats.org/officeDocument/2006/customXml" ds:itemID="{563B531E-466C-47C2-9881-A2BC88BA7B31}">
  <ds:schemaRefs>
    <ds:schemaRef ds:uri="20a7b5e5-245c-4481-82f4-a92de06e3dd0"/>
    <ds:schemaRef ds:uri="d4ae5452-16a4-47d9-ba38-83cad3e4a20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74D260F-8F70-44E7-9880-1F6FB6027003}">
  <ds:schemaRefs>
    <ds:schemaRef ds:uri="20a7b5e5-245c-4481-82f4-a92de06e3dd0"/>
    <ds:schemaRef ds:uri="d4ae5452-16a4-47d9-ba38-83cad3e4a20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5797</TotalTime>
  <Words>2780</Words>
  <Application>Microsoft Office PowerPoint</Application>
  <PresentationFormat>Widescreen</PresentationFormat>
  <Paragraphs>375</Paragraphs>
  <Slides>22</Slides>
  <Notes>2</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22</vt:i4>
      </vt:variant>
    </vt:vector>
  </HeadingPairs>
  <TitlesOfParts>
    <vt:vector size="34" baseType="lpstr">
      <vt:lpstr>Aptos</vt:lpstr>
      <vt:lpstr>Aptos Display</vt:lpstr>
      <vt:lpstr>Arial</vt:lpstr>
      <vt:lpstr>Arial Black</vt:lpstr>
      <vt:lpstr>Calibri</vt:lpstr>
      <vt:lpstr>DM Sans</vt:lpstr>
      <vt:lpstr>DM Sans Medium</vt:lpstr>
      <vt:lpstr>Segoe UI </vt:lpstr>
      <vt:lpstr>Wingdings</vt:lpstr>
      <vt:lpstr>SW colour set 1</vt:lpstr>
      <vt:lpstr>Basic Layouts</vt:lpstr>
      <vt:lpstr>1_Office Theme</vt:lpstr>
      <vt:lpstr>Gen AI With RAG Pattern</vt:lpstr>
      <vt:lpstr>Background and Context</vt:lpstr>
      <vt:lpstr>AI Product Summary</vt:lpstr>
      <vt:lpstr>AI Use-case Types &amp; Architecture Pattern Mapping from AI Blueprint</vt:lpstr>
      <vt:lpstr>Bespoke GenAI vs M365 Copilot</vt:lpstr>
      <vt:lpstr>Retrieval Augmented Generation (RAG)</vt:lpstr>
      <vt:lpstr>GenAI with RAG on Databricks – Mosaic AI Tools</vt:lpstr>
      <vt:lpstr>PowerPoint Presentation</vt:lpstr>
      <vt:lpstr>PowerPoint Presentation</vt:lpstr>
      <vt:lpstr>Model Governance</vt:lpstr>
      <vt:lpstr>AI Guardrails using Databricks AI Gateway 1/2</vt:lpstr>
      <vt:lpstr>AI Guardrails using Databricks AI Gateway 2/2</vt:lpstr>
      <vt:lpstr>Other Considerations</vt:lpstr>
      <vt:lpstr>NSW AIAF Risk Summary</vt:lpstr>
      <vt:lpstr>Summary</vt:lpstr>
      <vt:lpstr>Appendix</vt:lpstr>
      <vt:lpstr>Reference Architecture Pattern for GenAI with RAG on Azure Databricks</vt:lpstr>
      <vt:lpstr>Isolation Principles for Databricks Serverless Compute</vt:lpstr>
      <vt:lpstr>There Are Multiple Layers of Isolation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NURICK, LANCE</dc:creator>
  <cp:lastModifiedBy>Kumar Yerrapathni</cp:lastModifiedBy>
  <cp:revision>1</cp:revision>
  <dcterms:created xsi:type="dcterms:W3CDTF">2022-08-30T23:53:26Z</dcterms:created>
  <dcterms:modified xsi:type="dcterms:W3CDTF">2025-03-30T22:29:05Z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0x010100B3B27431D03F8B4185C6000537C56CE7</vt:lpwstr>
  </property>
  <property fmtid="{D5CDD505-2E9C-101B-9397-08002B2CF9AE}" pid="3" name="MediaServiceImageTags">
    <vt:lpwstr/>
  </property>
</Properties>
</file>